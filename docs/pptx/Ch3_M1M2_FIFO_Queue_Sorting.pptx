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TITRE : Queue FIFO + Algorithmes de Tri</a:t>
            </a:r>
          </a:p>
          <a:p>
            <a:r>
              <a:t>Durée : 2h</a:t>
            </a:r>
          </a:p>
          <a:p/>
          <a:p>
            <a:r>
              <a:t>Matériel : site → Monde 1 → Ch3 (simulateur de tri ANIMÉ + course d'algorithmes)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PARTIE 1 - Queue FIFO (45 min)</a:t>
            </a:r>
          </a:p>
          <a:p/>
          <a:p>
            <a:r>
              <a:t>Commencer par l'analogie de la file d'attente au supermarché.</a:t>
            </a:r>
          </a:p>
          <a:p>
            <a:r>
              <a:t>Le premier arrivé est le premier servi = FIFO.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Montrer les opérations : enqueue (ajouter en fin) et dequeue (retirer du début).</a:t>
            </a:r>
          </a:p>
          <a:p/>
          <a:p>
            <a:r>
              <a:t>Utiliser le simulateur FIFO sur le site : les étudiants ajoutent et retirent des éléments visuellement.</a:t>
            </a:r>
          </a:p>
          <a:p/>
          <a:p>
            <a:r>
              <a:t>Question : 'Quelle est la différence avec un Stack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Montrer que Queue peut être implémenté par LinkedList ou ArrayDeque.</a:t>
            </a:r>
          </a:p>
          <a:p/>
          <a:p>
            <a:r>
              <a:t>ArrayDeque est plus rapide en pratique (tableau circulaire, cache-friendly).</a:t>
            </a:r>
          </a:p>
          <a:p/>
          <a:p>
            <a:r>
              <a:t>Exercice : implémenter une file d'attente de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ArrayDeque utilise un tableau circulaire.</a:t>
            </a:r>
          </a:p>
          <a:p/>
          <a:p>
            <a:r>
              <a:t>head pointe le début, tail pointe la fin.</a:t>
            </a:r>
          </a:p>
          <a:p>
            <a:r>
              <a:t>Quand tail atteint la fin du tableau → il revient au début (modulo).</a:t>
            </a:r>
          </a:p>
          <a:p/>
          <a:p>
            <a:r>
              <a:t>Dessiner au tableau le principe du tableau circulaire.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828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3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d'attente FIFO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Comparaison de tris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: Illustrer, avec un exemple, une structure concrète pour une file FIFO.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: Comparer la performance de deux algorithmes de tri.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91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d'attente FIFO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In, First Out — Le premier arrivé est le premier servi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M1 : illustrer avec un exemple concret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Rappel : l'ADT Queue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1371600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560320" y="1097280"/>
            <a:ext cx="1371600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Bob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06240" y="1097280"/>
            <a:ext cx="137160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4206240" y="109728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Clara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852160" y="1097280"/>
            <a:ext cx="1371600" cy="7315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0" y="109728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David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0" y="1234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(dequeue)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1234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 (enqueue)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: enqueue(e), dequeue(), peek(), isEmpty(), size()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FIFO — le premier entré est le premier sorti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Exemples dans la vraie vie :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au cinéma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client arrivé achète son billet en premier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673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Imprimante partagée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3767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document envoyé est imprimé en premier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5137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 musicale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0" y="415137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première chanson ajoutée est jouée en premier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53542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de messages (chat)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0" y="4535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messages sont affichés dans l'ordre d'envoi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Implémentations concrètes d'une Queue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même ADT, plusieurs implémentations !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200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21031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ArrayDeque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interne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Tableau circulaire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chaînée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 (heap)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enqueue()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amorti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dequeue()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Mémoire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Compacte (tableau)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de mémoire (pointeurs)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Compacte (tableau)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strict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strict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 priorité 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Java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Queue&lt;E&gt; q = 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ArrayDeque&lt;&gt;()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Queue&lt;E&gt; q = 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LinkedList&lt;&gt;()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Queue&lt;E&gt; q = new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PriorityQueue&lt;&gt;()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FFF7E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5262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449884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M1 : choisissez UNE implémentation et expliquez son fonctionnement interne en détail.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 : ArrayDeque (tableau circulaire)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ça marche en interne 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9144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280160"/>
            <a:ext cx="9144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280160"/>
            <a:ext cx="9144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0" y="1280160"/>
            <a:ext cx="914400" cy="6400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1280160"/>
            <a:ext cx="914400" cy="6400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0" y="1280160"/>
            <a:ext cx="914400" cy="6400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92240" y="1280160"/>
            <a:ext cx="914400" cy="6400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498080" y="1280160"/>
            <a:ext cx="914400" cy="6400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9808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2194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head=0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2194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tail=3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25603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du tableau circulaire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de taille fixe avec deux pointeurs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(tête) : où on retire (dequeue)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(queue) : où on ajoute (enqueue)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tail atteint la fin du tableau, il revient à 0 (circulaire) !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tableau est plein, on double sa taille (redimensionnement).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 : O(1) pour enqueue et dequeue (pas de décalage).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Queue en Java : code concret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java.util.ArrayDeque;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java.util.Queue;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ExempleQueue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void main(String[] args) {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ADT Queue, implémentation ArrayDeque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Queue&lt;String&gt; file = new ArrayDeque&lt;&gt;();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file.offer("Alice");  // enqueue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file.offer("Bob");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file.offer("Clara");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System.out.println(file.peek());   // "Alice" (consulter)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System.out.println(file.poll());   // "Alice" (dequeue)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System.out.println(file.poll());   // "Bob"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System.out.println(file.size());   // 1 (Clara reste)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77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Comparer deux algorithmes de tri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Sort vs Quick Sort — qui gagne 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M2 : comparer la performance de deux algorithmes de tri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Bubble Sort (tri à bulles)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comparer chaque paire adjacente et échanger si nécessaire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— 1er passage sur [5, 3, 8, 1] 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Étape 1: 5&gt;3? → oui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1554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[3, 5, 8, 1]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Étape 2: 5&gt;8? → non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[3, 5, 8, 1]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Étape 3: 8&gt;1? → oui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[3, 5, 1, 8]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le 1er passage : le plus grand (8) est à sa place finale 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4114800" cy="13716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65760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bubbleSort(int[] arr)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 = 0; i &lt; arr.length-1; i++)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j = 0; j &lt; arr.length-1-i; j++)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(arr[j] &gt; arr[j+1])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swap(arr, j, j+1);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566160"/>
            <a:ext cx="384048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36576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cas : O(n) — déjà trié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Pire cas : O(n²) — trié à l'envers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: O(n²)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: oui (les égaux gardent leur ordre)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Sort (tri rapide)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choisir un pivot, partitionner, trier récursivement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[5, 3, 8, 1, 4] — pivot = 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508760"/>
            <a:ext cx="64008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508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94560" y="1508760"/>
            <a:ext cx="64008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194560" y="1508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017520" y="1508760"/>
            <a:ext cx="64008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508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0" y="1508760"/>
            <a:ext cx="64008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508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63440" y="1508760"/>
            <a:ext cx="6400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508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2103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371600" y="2057400"/>
            <a:ext cx="64008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2057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194560" y="2057400"/>
            <a:ext cx="64008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2194560" y="2057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017520" y="2057400"/>
            <a:ext cx="6400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3017520" y="2057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840480" y="2057400"/>
            <a:ext cx="64008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0" y="2057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63440" y="2057400"/>
            <a:ext cx="64008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20574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71600" y="2560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pivot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017520" y="256032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40480" y="2560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pivot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017520"/>
            <a:ext cx="4206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quickSort(int[] a, int lo, int hi)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(lo &lt; hi)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p = partition(a, lo, hi);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quickSort(a, lo, p - 1);  // gauche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quickSort(a, p + 1, hi);  // droite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03520" y="2926080"/>
            <a:ext cx="338328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30175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Meilleur/Moyen : O(n log n)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Pire cas : O(n²) — pivot mal choisi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: non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le PLUS rapide !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Bubble Sort vs Quick Sort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292608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Critère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Bubble Sort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Quick Sort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Complexité moyenne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O(n²)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O(n log n)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Pire cas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O(n²)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7316"/>
                          </a:solidFill>
                        </a:rPr>
                        <a:t>O(n²)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Stable ?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6A34A"/>
                          </a:solidFill>
                        </a:rPr>
                        <a:t>Oui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</a:rPr>
                        <a:t>Non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Mémoire extra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6A34A"/>
                          </a:solidFill>
                        </a:rPr>
                        <a:t>O(1)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7316"/>
                          </a:solidFill>
                        </a:rPr>
                        <a:t>O(log n)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Simple à coder ?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6A34A"/>
                          </a:solidFill>
                        </a:rPr>
                        <a:t>Très simple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7316"/>
                          </a:solidFill>
                        </a:rPr>
                        <a:t>Plus complexe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Rapide en pratique ?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Lent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Très rapide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n = 10 000 éléments :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4297680"/>
            <a:ext cx="7315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42976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Sort : ~100 millions de comparaisons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4617720"/>
            <a:ext cx="1097280" cy="2743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4617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Sort : ~130 000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4572000" y="4617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~770x plus rapide !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51560" y="9601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ArrayDeque est-il préféré à LinkedList pour une Queue en Java 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51560" y="1737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quel cas un Bubble Sort serait-il acceptable ? Et Quick Sort inapproprié 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56032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60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51560" y="2514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votre tableau est PRESQUE trié (1-2 éléments déplacés), quel algorithme choisir 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33756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337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51560" y="3291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stabilité d'un tri ? Donnez un cas où c'est important.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11480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14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51560" y="4069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PriorityQueue n'est pas FIFO strict. Dans quel cas d'entreprise serait-elle utile ?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96012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FIFO : le premier entré est le premier sorti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155448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implémentations concrètes en Java : ArrayDeque, LinkedList, PriorityQueue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14884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ArrayDeque utilise un tableau circulaire (head/tail) — O(1) pour toutes les opérations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8892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60120" y="274320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Sort : simple mais lent O(n²) — comparer les paires adjacentes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8328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60120" y="333756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Sort : rapide O(n log n) en moyenne — partitionner autour d'un pivot</a:t>
            </a:r>
            <a:endParaRPr lang="en-US" sz="14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7764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960120" y="393192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10K éléments : Quick Sort est ~770x plus rapide que Bubble Sort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Ch.3 : FIFO Queue + Sorting (M1/M2)</a:t>
            </a:r>
            <a:endParaRPr lang="en-US" sz="900" dirty="0"/>
          </a:p>
        </p:txBody>
      </p:sp>
      <p:sp>
        <p:nvSpPr>
          <p:cNvPr id="17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Plan + Critères M1/M2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séance (4 périodes) 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(40 min) : FIFO Queue — théorie + code Java ArrayDeque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(40 min) : Bubble Sort + Quick Sort — live coding + visualisation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(40 min) : Mini-jeu (course de tri) + exercice guidé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(40 min) : Exercice complet (file d'attente cinéma + benchmark tri)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M1 — illustrer une structure concrète pour FIFO :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L'étudiant doit choisir UNE implémentation (ex: ArrayDeque) et :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Expliquer la structure interne (tableau circulaire, head/tail)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Montrer un exemple pas à pas (enqueue/dequeue)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Illustrer avec un diagramme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M2 — comparer deux algorithmes de tri :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L'étudiant doit comparer (ex: Bubble vs Quick) en termes de :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Complexité (meilleur, pire, moyen)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Stabilité, mémoire, cas d'usage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Performance mesurée (benchmark Java avec System.nanoTime())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Ch.3 - FIFO Queue + Sorting Comparison (M1/M2)</dc:title>
  <dc:subject>PptxGenJS Presentation</dc:subject>
  <dc:creator>Mme MBI - Unit 19 Gamifié</dc:creator>
  <cp:lastModifiedBy>Mme MBI - Unit 19 Gamifié</cp:lastModifiedBy>
  <cp:revision>1</cp:revision>
  <dcterms:created xsi:type="dcterms:W3CDTF">2026-03-22T04:07:51Z</dcterms:created>
  <dcterms:modified xsi:type="dcterms:W3CDTF">2026-03-22T04:07:51Z</dcterms:modified>
</cp:coreProperties>
</file>