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19 : Data Structures &amp; Algorithms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Chapitre 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ADT impératifs :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de la POO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22860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840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arguments : ADT → POO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ENCAPSULATION : l'ADT regroupe données + opérations → la classe fait pareil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ABSTRACTION : l'ADT définit une interface sans implémentation → l'interface Java fait pareil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MODIFICATION D'ÉTAT : les opérations impératives modifient l'état → les méthodes modifient les attributs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RÉUTILISABILITÉ : un ADT est réutilisable dans différents contextes → les classes sont réutilisables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CONTRATS : PRE/POST/INVARIANT de l'ADT → exceptions et tests en POO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749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POO AJOUTE : héritage (extends), polymorphisme (interface), relations entre objets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que la POO ajoute aux ADT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HÉRITAGE : class Stack extends AbstractCollection — réutiliser et spécialiser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POLYMORPHISME : List&lt;E&gt; list = new ArrayList&lt;&gt;() OU new LinkedList&lt;&gt;() — même interface, implémentation différente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: un objet contient d'autres objets — construire des structures complexes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IDENTITÉ : chaque objet a une identité unique (référence en mémoire)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ADT sont la FONDATION, la POO est la MAISON construite dessus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749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les concepts des ADT (encapsulation, abstraction, contrats), la POO n'existerait pas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 d'argumentation pour le devoir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: Poser la thèse — les ADT impératifs SONT la base de la POO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 1 : Encapsulation (ADT → classe). Exemple concret en Java.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 2 : Abstraction et interface (ADT spec → interface Java). Exemple.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 3 : Contrats et fiabilité (PRE/POST → exceptions). Exemple.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: ce que la POO ajoute (héritage, polymorphisme) — extension, pas remplacement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749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: les ADT impératifs ont posé les fondations conceptuelles de la POO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NOTES ENSEIGNANT — Ch.7 D2 ADT et POO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séance 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: Présenter les 5 arguments ADT→POO avec exemples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: Discussion en classe — les étudiants débattent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: Mini-jeu web (explorer les arguments) + quiz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: Exercice de rédaction : structurer l'argumentation pour le devoir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D2 — l'étudiant doit :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Discuter le point de vue avec argumentation structurée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Fournir au moins 3 arguments avec exemples concrets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 ce qui vient des ADT vs ce que la POO ajoute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Justifier la position avec du code Java (interface vs classe)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Ch.7 - ADT base de la POO (D2)</dc:title>
  <dc:subject>PptxGenJS Presentation</dc:subject>
  <dc:creator>PptxGenJS</dc:creator>
  <cp:lastModifiedBy>PptxGenJS</cp:lastModifiedBy>
  <cp:revision>1</cp:revision>
  <dcterms:created xsi:type="dcterms:W3CDTF">2026-03-22T05:14:52Z</dcterms:created>
  <dcterms:modified xsi:type="dcterms:W3CDTF">2026-03-22T05:14:52Z</dcterms:modified>
</cp:coreProperties>
</file>