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TITRE: Les ADT impératifs :
Base de la POO
Critère: Critère D2 — Discussion argumentée
Objectif de cette présentation : couvrir les concepts clés pour le critère Critère D2 — Discussion argumentée.
Durée estimée : 1h30 à 2h avec exercices.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C'est le cœur du critère D2. Les étudiants doivent ARGUMENTER.
Pour chaque argument, faire le lien :
- Concept ADT (théorique) → Ce que la POO en a fait (pratique)
Exercice de discussion : diviser la classe en 5 groupes, chaque groupe prépare 1 argument avec un exemple 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Lien direct entre les 3 types de conditions et Java :
- PRE: isEmpty() == false → if (isEmpty()) throw new...
- POST: size += 1 → garanti par le code de push()
- ERROR: pile vide + pop() → EmptyStackException
Faire écrire aux étudiants les 3 conditions pour une méthode retirer(montant) d'un compte bancaire.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Montrer la traduction ligne par ligne.
Insister : l'ADT est le PLAN, Java est la CONSTRUCTION.
Exercice : donner une spec ADT Queue et demander de la traduire en interface Java + classe concrète.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L'ADT ne définit PAS l'héritage ni le polymorphisme.
C'est la POO qui les a ajoutés.
Mais les FONDATIONS (encapsulation, abstraction, contrats) viennent des ADT.
Conclusion pour D2 : 'Les ADT sont la base de la POO car ils ont formalisé les concepts que la POO a ensuite étendus.'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Devoir D2 : Rédiger une discussion argumentée (500-800 mots) expliquant pourquoi les ADT impératifs sont la base de la POO.
Structure attendue :
1. Introduction + thèse
2. 3-5 arguments avec exemples
3. Ce que la POO ajoute
4. Conclusion
Rappeler le site pour réviser les arguments.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19 : Data Structures &amp; Algorithms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ADT impératifs :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la POO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D2 — Discussion argumentée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Arguments : ADT → POO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Encapsulation : ADT regroupe données + opérations → Classe Java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Abstraction : ADT = interface publique → Interface Java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Modification d'état : opérations impératives modifient l'état → Méthodes mutables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Réutilisabilité : ADT réutilisable → Classes réutilisables + héritage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Contrats : PRE/POST/INVARIANT → Interfaces + Exceptions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Pré/Post/Error Conditions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Pré-condition : ce qui DOIT être vrai AVANT l'appel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Post-condition : ce qui est GARANTI APRÈS l'appel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Error-condition : ce qui se passe quand les PRE sont VIOLÉES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Java : error-condition → throw Exception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 = la gestion des error-conditions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0" y="11430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Pré-condition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(isEmpty())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EmptyStackException();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Error-condition = violation de PRE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stack.pop();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(EmptyStackException 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System.out.println("Erreur 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Post-condition vérifiée par le 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assertEquals(oldSize - 1, stack.size());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l'ADT à Java : traduction directe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 Stack&lt;E&gt; → class Stack&lt;E&gt; ou interface Stack&lt;E&gt;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push(e) → public void push(E e)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PRE: !isEmpty() → if (isEmpty()) throw new Exception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POST: size += 1 → garanti par l'implémentation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→ vérifié par les tests JUnit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POO AJOUTE aux ADT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Héritage : class Stack extends AbstractCollection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Polymorphisme : List list = new ArrayList() ou new LinkedList()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entre objets : composition, agrégation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: Singleton, Factory, Observer...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et bibliothèques : java.util.Collections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la discussion D2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621280" cy="3200400"/>
          </a:xfrm>
          <a:prstGeom prst="roundRect">
            <a:avLst>
              <a:gd name="adj" fmla="val 3488"/>
            </a:avLst>
          </a:prstGeom>
          <a:solidFill>
            <a:srgbClr val="13374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Arguments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2346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Encapsulation, Abstraction, État, Réutilisation, Contrats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52800" y="1097280"/>
            <a:ext cx="2621280" cy="3200400"/>
          </a:xfrm>
          <a:prstGeom prst="roundRect">
            <a:avLst>
              <a:gd name="adj" fmla="val 3488"/>
            </a:avLst>
          </a:prstGeom>
          <a:solidFill>
            <a:srgbClr val="133740"/>
          </a:solidFill>
          <a:ln/>
        </p:spPr>
      </p:sp>
      <p:sp>
        <p:nvSpPr>
          <p:cNvPr id="8" name="Text 6"/>
          <p:cNvSpPr/>
          <p:nvPr/>
        </p:nvSpPr>
        <p:spPr>
          <a:xfrm>
            <a:off x="3352800" y="128016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89960" y="182880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89960" y="2286000"/>
            <a:ext cx="2346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Pré, Post, Error → Exceptions Java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56960" y="1097280"/>
            <a:ext cx="2621280" cy="3200400"/>
          </a:xfrm>
          <a:prstGeom prst="roundRect">
            <a:avLst>
              <a:gd name="adj" fmla="val 3488"/>
            </a:avLst>
          </a:prstGeom>
          <a:solidFill>
            <a:srgbClr val="133740"/>
          </a:solidFill>
          <a:ln/>
        </p:spPr>
      </p:sp>
      <p:sp>
        <p:nvSpPr>
          <p:cNvPr id="12" name="Text 10"/>
          <p:cNvSpPr/>
          <p:nvPr/>
        </p:nvSpPr>
        <p:spPr>
          <a:xfrm>
            <a:off x="6156960" y="128016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94120" y="182880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94120" y="2286000"/>
            <a:ext cx="2346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 spec → Interface + Classe Java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ADT impératifs : base de la POO</dc:title>
  <dc:subject>PptxGenJS Presentation</dc:subject>
  <dc:creator>Mme MBI - Unit 19</dc:creator>
  <cp:lastModifiedBy>Mme MBI - Unit 19</cp:lastModifiedBy>
  <cp:revision>1</cp:revision>
  <dcterms:created xsi:type="dcterms:W3CDTF">2026-03-23T00:04:28Z</dcterms:created>
  <dcterms:modified xsi:type="dcterms:W3CDTF">2026-03-23T00:04:28Z</dcterms:modified>
</cp:coreProperties>
</file>