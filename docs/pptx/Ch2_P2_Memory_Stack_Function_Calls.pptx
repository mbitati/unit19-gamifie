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2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Pile Mémoire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les Appels de Fonctions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Déterminer les opérations d'une pile mémoire et comment elle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utilisée pour implémenter les appels de fonctions dans un ordinateur.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du chapitre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comment la mémoire est organisée (stack vs heap)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ce qui se passe quand on appelle une fonction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 call stack (pile d'appels) étape par étape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récursivité à travers le stack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erreurs liées au stack (StackOverflowError)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la mémoire est organisée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20040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32004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(Pile)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locales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de fonctions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de retour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FIXE (limitée)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automatique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rapide (allocation O(1))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de fonction crée un "stack frame" (cadre) empilé au sommet.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005840"/>
            <a:ext cx="365760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1005840"/>
            <a:ext cx="36576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 (Tas)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(new ...)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de classes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DYNAMIQUE (grande)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référence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lent (Garbage Collector)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Java, tous les objets vivent sur le heap. Les variables locales du stack contiennent des références vers le heap.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Stack Frame (cadre de pile)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de fonction crée un stack frame contenant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004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Adresse de retour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revenir quand la fonction finit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20040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Paramètres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148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arguments passés à la fonction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2004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locales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déclarées dans la fonction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Valeur de retour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3703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réservé pour le résultat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52628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05840" y="4498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fonction se termine, son frame est "dépilé" (pop) et on revient à l'adresse de retour.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tracer le call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main(String[] args)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resultat = calculer(5, 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System.out.println(resultat);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calculer(int a, int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somme = additionner(a, b);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somme *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additionner(int x, int y)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+ 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(moment le plus profond)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additionner(5, 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x=5, y=3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384048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calculer(5, 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a=5, b=3, somme=?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291840"/>
            <a:ext cx="3840480" cy="8229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291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resultat=?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051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 (sommet)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BOTTOM (base)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: main() appelle calculer() qui appelle additionner()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: additionner → calculer → main (LIFO !)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1 : main() commence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00400" cy="5943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args=[]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200400" cy="594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914400"/>
            <a:ext cx="45720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0058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est empilé. C'est le point d'entrée.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2468880"/>
            <a:ext cx="4572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4871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 2 : int resultat = calculer(5, 3);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2 : calculer() est appelé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004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calculer(5, 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a=5, b=3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200400" cy="5943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resultat=?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914400"/>
            <a:ext cx="45720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0058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calculer() est empilé AU-DESSUS de main(). main() est en pause.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468880"/>
            <a:ext cx="4572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4871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 7 : int somme = additionner(a, b);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3 : additionner() est appelé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0040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additionner(5, 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x=5, y=3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2004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calculer(5, 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a=5, b=3, somme=?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resultat=?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914400"/>
            <a:ext cx="45720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0058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frames empilés ! Le stack est au plus profond.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2468880"/>
            <a:ext cx="4572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4871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 12 : return x + y; → retourne 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4 : dépilage (retour)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00400" cy="5943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resultat=16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200400" cy="594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914400"/>
            <a:ext cx="45720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0058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additionner retourne 8 → calculer calcule 8*2=16 → main reçoit 16. Tout est dépilé sauf main().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2468880"/>
            <a:ext cx="4572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4871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 3 : System.out.println(16);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Récursivité et le call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factorielle(int n)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&lt;= 1) return 1; // cas de 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factorielle(n - 1);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factorielle(4) =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36576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914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fact(1) →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fact(2) → 2*1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fact(3) → 3*2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697480"/>
            <a:ext cx="3657600" cy="4572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fact(4) → 4*6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640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récursif empile un NOUVEAU frame !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dépilage se fait dans l'ordre inverse : 1 → 2 → 6 → 24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factorielle(4) = 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StackOverflowError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stack déborde 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114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801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⚠️ PAS DE CAS DE BASE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infini()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infini(); // s'appelle sans fin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StackOverflowError !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1188720"/>
            <a:ext cx="36576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2801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arrive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stack a une taille LIMITÉE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empile un frame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cas de base, ça ne s'arrête JAMAIS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stack déborde → crash !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éviter le StackOverflow 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Toujours un CAS DE BASE dans la récursion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S'assurer que les appels convergent vers le cas de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Utiliser une boucle si la profondeur risque d'être trop grande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stack en Java : ce qu'il faut savoir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Types primitifs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Quoi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Où ?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int, double, boolean, char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Valeur directe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</a:rPr>
                        <a:t>STACK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String, objet, tableau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Référence sur stack, objet sur heap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STACK + HEAP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 ArrayList&lt;&gt;()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Référence sur stack, ArrayList sur heap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STACK + HEAP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exemple()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 = 25;              // age est sur le STACK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 = "Alice";      // référence sur STACK, "Alice" sur HEAP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Contact c = new Contact(); // référence sur STACK, objet sur HEAP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Quand exemple() finit : age, nom, c DISPARAISSENT du stack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Mais "Alice" et l'objet Contact RESTENT sur le heap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le Garbage Collector les nettoiera plus tard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main() appelle a(), qui appelle b(), qui appelle c() — dans quel ordre les frames sont-ils dépilés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stack utilise LIFO et pas FIFO pour les appels de fonctions 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une variable locale int x = 5 et un objet new Contact() en termes de mémoire 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frames sont empilés pour factorielle(100) ? Est-ce un problème 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comprendre le call stack aide-t-il au debugging 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 call stack de A → B → C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15 minutes | Format : sur papier + vérification Eclipse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Lire le code (3 fonctions qui s'appellent)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Dessiner le call stack à chaque étape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Prédire la sortie console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Vérifier avec un breakpoint dans Eclipse/IntelliJ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: tracez le call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45720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TraceStack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String formater(String 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"[" + s.toUpperCase() + "]";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void afficher(String msg)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f = formater(msg);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System.out.println(f);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afficher("hello");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afficher("world");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73152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Dessinez le call stack quand formater("hello") s'exécute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Combien de fois formater() est-il empilé au total 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Quelle est la sortie console 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La profondeur max du stack est-elle 2 ou 3 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ajoutez un breakpoint dans Eclipse sur la ligne return et observez le call stack dans la vue Debug 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601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est divisée en STACK (appels) et HEAP (objets)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554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de fonction crée un stack frame (LIFO)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148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frame contient : adresse retour, paramètres, variables locales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743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récursivité empile un frame PAR APPEL récursif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832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337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StackOverflowError = trop de frames empilés (récursion infinie)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931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primitifs sur le stack, objets sur le heap (référence sur stack)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Ch.2 : Memory Stack (P2)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Plan de séance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1 (40 min) — Théorie mémoire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1-4 : Stack vs Heap, stack frame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: "Quand vous déclarez int x = 5, où va x ?"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2 (40 min) — Call stack pas à pas + live coding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5-9 : Tracer le stack étape par étape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: ouvrir Eclipse, mettre un breakpoint, montrer la vue Debug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voient le call stack EN VRAI dans l'IDE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3 (40 min) — Récursivité + StackOverflow + mini-jeu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10-11 + mini-jeu web (simulation call stack)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StackOverflowError en live (taper le code et exécuter)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4 (40 min) — Exercice guidé + exercice autonome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: exercice guidé TraceStack (sur papier + vérification IDE)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: exercice complet (tracer la récursion de fibonacci)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Critères P2 + tips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P2 : Determine the operations of a memory stack and how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implement function calls in a computer.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obtenir P2, l'étudiant doit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les opérations du stack mémoire (push frame / pop frame)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contenu d'un stack frame (adresse retour, params, vars)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un call stack pour un programme avec au moins 3 fonctions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lien LIFO ↔ appels de fonctions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Mentionner les cas d'erreur (StackOverflow, récursion infinie)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Astuce pédagogique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post-its physiques pour simuler le stack en classe !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post-it = un frame. Empiler/dépiler au tableau.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comprennent LIFO immédiatement.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Ch.2 - Memory Stack &amp; Function Calls (P2)</dc:title>
  <dc:subject>PptxGenJS Presentation</dc:subject>
  <dc:creator>Mme MBI - Unit 19 Gamifié</dc:creator>
  <cp:lastModifiedBy>Mme MBI - Unit 19 Gamifié</cp:lastModifiedBy>
  <cp:revision>1</cp:revision>
  <dcterms:created xsi:type="dcterms:W3CDTF">2026-03-22T03:45:17Z</dcterms:created>
  <dcterms:modified xsi:type="dcterms:W3CDTF">2026-03-22T03:45:17Z</dcterms:modified>
</cp:coreProperties>
</file>