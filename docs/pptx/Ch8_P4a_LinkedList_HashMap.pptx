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TITRE: LinkedList &amp; HashMap
Implémentation Java
Critère: Critère P4 — Implémenter un ADT complexe
Objectif de cette présentation : couvrir les concepts clés pour le critère Critère P4 — Implémenter un ADT complexe.
Durée estimée : 1h30 à 2h avec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Dessiner au tableau les 3 types de listes chaînées.
Faire l'analogie : LinkedList = train (wagons reliés). ArrayList = bus (places numérotées).
Exercice : implémenter une méthode ajouterDebut() dans une classe MaListe avec des nœuds.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Expliquer le hashing étape par étape :
1. clé 'Alice' → hashCode() = 65776431
2. 65776431 % 16 = 7 → bucket[7]
3. Stocker ('Alice', données) dans bucket[7]
Question : 'Que se passe-t-il si 2 clés tombent dans le même bucket ?'
Exercice : simuler un HashMap de 4 buckets à la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Tableau comparatif au tableau.
Demander aux étudiants : 'Pour un répertoire téléphonique consulté souvent, quelle structure ?' → ArrayList ou HashMap.
'Pour une file d'attente où on ajoute/retire souvent ?' → LinkedList ou ArrayDeque.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Devoir P4 : implémenter une classe GestionContacts utilisant LinkedList pour le stockage et fournissant : ajouter, rechercher, supprimer, afficher.
Site : unite19-gamifie.vercel.app → Monde 3 → Ch8.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 &amp; HashMap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Java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P4 — Implémenter un ADT complexe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 : structure interne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nœud contient : data + pointeur next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: simple, double (prev+next), circulaire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: insertion O(1) si on a la référence au nœud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Inconvénient : accès par index O(n) (parcours séquentiel)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: java.util.LinkedList&lt;E&gt; implémente List et Deque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Node&lt;E&gt;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data;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Node&lt;E&gt; next;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Simple: A → B → C →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Double: null ← A ↔ B ↔ C →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Circulaire: A → B → C → 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: Hash Function + Buckets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clé → hashCode() → index dans un tableau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moyen O(1) — le plus rapide pour la recherche par clé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: 2 clés donnent le même index → chaînage (LinkedList)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d'ordre garanti des clés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8+ : si bucket &gt; 8 éléments → arbre (O(log n))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hashCode → index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index = key.hashCode() % table.length;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Stockage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table[index] = new Entry(key, value);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Collision → chaînage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table[7]: Alice→Bob→null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(même hash % 16 = 7)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LinkedList vs ArrayList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get(index) : ArrayList O(1), LinkedList O(n)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add(début) : LinkedList O(1), ArrayList O(n)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add(fin) : Les deux O(1) amorti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: LinkedList plus gourmande (pointeurs)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: lectures fréquentes → ArrayList, insertions fréquentes → LinkedList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1A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 chaînés, insertion O(1), accès O(n)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5280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1A00"/>
          </a:solidFill>
          <a:ln/>
        </p:spPr>
      </p:sp>
      <p:sp>
        <p:nvSpPr>
          <p:cNvPr id="8" name="Text 6"/>
          <p:cNvSpPr/>
          <p:nvPr/>
        </p:nvSpPr>
        <p:spPr>
          <a:xfrm>
            <a:off x="335280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#️⃣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8996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8996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→ index, accès O(1) moyen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696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1A00"/>
          </a:solidFill>
          <a:ln/>
        </p:spPr>
      </p:sp>
      <p:sp>
        <p:nvSpPr>
          <p:cNvPr id="12" name="Text 10"/>
          <p:cNvSpPr/>
          <p:nvPr/>
        </p:nvSpPr>
        <p:spPr>
          <a:xfrm>
            <a:off x="615696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9412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412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dynamique, accès O(1), insertion O(n)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LinkedList &amp; HashMap
Implémentation Java</dc:title>
  <dc:subject>PptxGenJS Presentation</dc:subject>
  <dc:creator>Mme MBI - Unit 19</dc:creator>
  <cp:lastModifiedBy>Mme MBI - Unit 19</cp:lastModifiedBy>
  <cp:revision>1</cp:revision>
  <dcterms:created xsi:type="dcterms:W3CDTF">2026-03-23T00:04:28Z</dcterms:created>
  <dcterms:modified xsi:type="dcterms:W3CDTF">2026-03-23T00:04:28Z</dcterms:modified>
</cp:coreProperties>
</file>