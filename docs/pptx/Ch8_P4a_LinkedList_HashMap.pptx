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Chapitre 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LinkedList et HashMap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Implémentation Java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LinkedList en Java : structure interne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 noeud de la liste chaînée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Node&lt;E&gt;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data;           // la donnée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Node&lt;E&gt; next;     // pointeur vers le suivant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Node(E data)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this.data = data;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this.next = null;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 liste chaînée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MaLinkedList&lt;E&gt;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Node&lt;E&gt; head;     // premier noeud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size;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Ajouter en tête : O(1)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addFirst(E e)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Node&lt;E&gt; nouveau = new Node&lt;&gt;(e);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nouveau.next = head;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head = nouveau;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size++;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Chercher : O(n) — parcourir toute la liste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get(int index)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Node&lt;E&gt; current = head;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(int i = 0; i &lt; index; i++)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current = current.next;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current.data;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HashMap en Java : hash function + buckets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Principe du hachage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clé → hashCode() → index dans le tableau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Exemple simplifié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MaHashMap&lt;K, V&gt;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Entry&lt;K,V&gt;[] buckets = new Entry[16];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Fonction de hachage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hash(K key)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Math.abs(key.hashCode() % buckets.length);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put : O(1) en moyenne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put(K key, V value)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 index = hash(key);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buckets[index] = new Entry&lt;&gt;(key, value);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Collision ? → chaînage (LinkedList dans le bucket)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get : O(1) en moyenne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 get(K key)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 index = hash(key);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buckets[index].value;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Collision : deux clés → même index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Solution : chaque bucket contient une liste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LinkedList vs ArrayList vs HashMap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ArrayList : accès O(1) par index, insertion O(n) au milieu → tableau dynamique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LinkedList : insertion O(1) en tête/queue, accès O(n) par index → noeuds chaînés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 : accès O(1) par clé, pas d'ordre → table de hachage avec buckets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LinkedList quand : beaucoup d'insertions/suppressions, peu d'accès par index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 quand : recherche rapide par clé unique (email, ID, nom...)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du chapitre : gestion de contacts (LinkedList) + annuaire (HashMap)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Ch.8 P4a LinkedList+HashMap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séance 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: LinkedList — structure interne, noeuds, pointeurs. Dessiner au tableau.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: HashMap — hash function, buckets, collisions. Live coding.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: Mini-jeu (simulateurs interactifs LinkedList + HashMap)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: Exercice Java complet — gestion contacts avec les deux structures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P4 — l'étudiant doit :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Implémenter un ADT complexe (LinkedList ou HashMap) en Java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doit résoudre un problème concret (contexte entreprise)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opérations CRUD avec la structure choisie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doit être commenté et fonctionnel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Ch.8 - LinkedList + HashMap (P4a)</dc:title>
  <dc:subject>PptxGenJS Presentation</dc:subject>
  <dc:creator>PptxGenJS</dc:creator>
  <cp:lastModifiedBy>PptxGenJS</cp:lastModifiedBy>
  <cp:revision>1</cp:revision>
  <dcterms:created xsi:type="dcterms:W3CDTF">2026-03-22T05:14:52Z</dcterms:created>
  <dcterms:modified xsi:type="dcterms:W3CDTF">2026-03-22T05:14:52Z</dcterms:modified>
</cp:coreProperties>
</file>