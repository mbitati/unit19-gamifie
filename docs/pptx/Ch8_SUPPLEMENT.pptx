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Exercice CRUD complet avec LinkedList + HashMap.</a:t>
            </a:r>
          </a:p>
          <a:p>
            <a:r>
              <a:t>Scénario : annuaire téléphonique.</a:t>
            </a:r>
          </a:p>
          <a:p>
            <a:r>
              <a:t>Classe Contact (nom, téléphone) + GestionContacts.</a:t>
            </a:r>
          </a:p>
          <a:p>
            <a:r>
              <a:t>Durée : 40 min coding + 15 min tests manuels.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Questions sur le choix de structure.</a:t>
            </a:r>
          </a:p>
          <a:p>
            <a:r>
              <a:t>'Pourquoi HashMap plutôt que ArrayList pour la recherche par nom ?'</a:t>
            </a:r>
          </a:p>
          <a:p>
            <a:r>
              <a:t>Faire calculer la complexité de chaque opération.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Récap comparatif LinkedList vs ArrayList vs HashMap.</a:t>
            </a:r>
          </a:p>
          <a:p>
            <a:r>
              <a:t>Tableau à compléter par les étudiants.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Exemple de code complet à analyser.</a:t>
            </a:r>
          </a:p>
          <a:p>
            <a:r>
              <a:t>Demander : 'Que se passe-t-il si on ajoute une clé qui existe déjà dans le HashMap ?' → écrasement.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contacts avec LinkedList + HashMap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la classe Contact (nom, email, téléphone)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GestionContacts avec LinkedList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HashMap pour la recherche rapide par email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CRUD complet (ajouter, chercher, supprimer, lister)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: recherche LinkedList O(n) vs HashMap O(1)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utiliser deux structures (LinkedList + HashMap)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si on supprime de la HashMap mais pas de la LinkedList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gérer les collisions dans un HashMap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LinkedList.get(0) est O(1), mais get(n/2) est O(n). Pourquoi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cas LinkedList est-elle meilleure qu'ArrayList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 : noeuds chaînés, addFirst O(1), get(i) O(n)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08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: clé→hash→bucket, get/put O(1) moyen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57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: deux clés → même index → chaînage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les structures pour les avantages de chacune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= Create Read Update Delete — pattern universel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 : CRUD complet avec HashMap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java.util.HashMap;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Annuaire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HashMap&lt;String, String&gt; contacts = new HashMap&lt;&gt;();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CREATE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ajouter(String nom, String tel)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contacts.put(nom, tel);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chercher(String nom)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contacts.getOrDefault(nom, "Non trouvé");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modifier(String nom, String newTel)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(contacts.containsKey(nom))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contacts.put(nom, newTel);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DELETE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supprimer(String nom)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contacts.remove(nom);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Toutes les opérations sont O(1) en moyenne 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Ch.8 - Slides supplémentaires</dc:title>
  <dc:subject>PptxGenJS Presentation</dc:subject>
  <dc:creator>PptxGenJS</dc:creator>
  <cp:lastModifiedBy>PptxGenJS</cp:lastModifiedBy>
  <cp:revision>1</cp:revision>
  <dcterms:created xsi:type="dcterms:W3CDTF">2026-03-22T07:45:15Z</dcterms:created>
  <dcterms:modified xsi:type="dcterms:W3CDTF">2026-03-22T07:45:15Z</dcterms:modified>
</cp:coreProperties>
</file>