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Exercice BST — insérer 7, 3, 11, 1, 5, 9, 13 et dessiner l'arbre.</a:t>
            </a:r>
          </a:p>
          <a:p>
            <a:r>
              <a:t>Puis faire les 3 parcours à la main.</a:t>
            </a:r>
          </a:p>
          <a:p>
            <a:r>
              <a:t>Durée : 15 min dessin + 10 min parcours.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Questions sur l'Insertion Sort.</a:t>
            </a:r>
          </a:p>
          <a:p>
            <a:r>
              <a:t>'Pourquoi Insertion Sort est bon pour les petits tableaux ?'</a:t>
            </a:r>
          </a:p>
          <a:p>
            <a:r>
              <a:t>'Pourquoi Java l'utilise dans TimSort pour les sous-tableaux &lt; 32 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Récap — tableau comparatif des 4 tris à compléter.</a:t>
            </a:r>
          </a:p>
          <a:p>
            <a:r>
              <a:t>Bubble, Insertion, Quick, Merge : temps moyen, pire cas, espace,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Code BST search à tracer au tableau.</a:t>
            </a:r>
          </a:p>
          <a:p>
            <a:r>
              <a:t>Montrer que chaque comparaison élimine la moitié de l'arbre → O(log 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guidé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un BST + Insertion Sort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la classe TreeNode (value, left, right)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971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insert() récursif dans le BST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les 3 parcours (inorder, preorder, postorder)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Insertion Sort sur un tableau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480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: BST inorder vs Insertion Sort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de réflexion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960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inorder sur un BST donne les éléments triés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passe-t-il si on insère des éléments déjà triés dans un BST 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 est O(n) au meilleur cas. Quand est-ce le cas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54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Peut-on utiliser un BST pour implémenter un Set 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profondeur maximale d'un BST de n éléments 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0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: gauche &lt; racine &lt; droite → recherche O(log n) moyen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508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parcours : Inorder (trié), Preorder (copie), Postorder (suppression)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057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 : O(n²) moyen, O(n) si presque trié, stable, en place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2606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dégénéré (trié) → O(n) recherche = comme une LinkedList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00400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154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arbres équilibrés (AVL, Red-Black) → O(log n) garanti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Exemple : BST recherche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Recherche dans un BST : O(log n) moyen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boolean search(TreeNode node, int target)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(node == null) return false;    // pas trouvé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(target == node.value) return true; // trouvé 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(target &lt; node.value)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search(node.left, target);  // chercher à gauche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search(node.right, target); // chercher à droite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Pire cas (arbre dégénéré) : O(n)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Solution : arbres équilibrés (AVL, Red-Black)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Supprimer un noeud : 3 cas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Feuille → supprimer directement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Un enfant → remplacer par l'enfant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Deux enfants → remplacer par le successeur inorder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Ch.9 - Slides supplémentaires</dc:title>
  <dc:subject>PptxGenJS Presentation</dc:subject>
  <dc:creator>PptxGenJS</dc:creator>
  <cp:lastModifiedBy>PptxGenJS</cp:lastModifiedBy>
  <cp:revision>1</cp:revision>
  <dcterms:created xsi:type="dcterms:W3CDTF">2026-03-22T07:45:15Z</dcterms:created>
  <dcterms:modified xsi:type="dcterms:W3CDTF">2026-03-22T07:45:15Z</dcterms:modified>
</cp:coreProperties>
</file>