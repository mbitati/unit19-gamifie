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Exercice — analyser 10 extraits de code et déterminer Big O.</a:t>
            </a:r>
          </a:p>
          <a:p>
            <a:r>
              <a:t>Varier : boucles simples, imbriquées, logarithmiques, récursives.</a:t>
            </a:r>
          </a:p>
          <a:p>
            <a:r>
              <a:t>Durée : 20 min individuel + 10 min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Questions pièges :</a:t>
            </a:r>
          </a:p>
          <a:p>
            <a:r>
              <a:t>'O(n + n) = ?' → O(n) (pas O(2n), les constantes disparaissent)</a:t>
            </a:r>
          </a:p>
          <a:p>
            <a:r>
              <a:t>'O(n² + n) = ?' → O(n²) (terme dominant)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PROF: Récap O/Ω/Θ avec l'analogie du trajet.</a:t>
            </a:r>
          </a:p>
          <a:p>
            <a:r>
              <a:t>O = 'pas plus de X heures', Ω = 'au moins X heures', Θ = 'exactement X heures'.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la complexité de 10 extraits de code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les boucles et leur portée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Compter les itérations en fonction de 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Appliquer les règles (ignorer constantes, garder dominant)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9776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O, Omega et Theta quand possible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480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avec un benchmark pour 2-3 extraits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O(2n) = O(n) mais O(n²) ≠ O(n)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91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algorithme O(1) est-il toujours rapide 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4231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signifie 'asymptotique' concrètement 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20040" cy="320040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n=10, O(n²)=100 et O(n log n)≈33. Pour n=10000 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20040" cy="320040"/>
          </a:xfrm>
          <a:prstGeom prst="ellipse">
            <a:avLst/>
          </a:prstGeom>
          <a:solidFill>
            <a:srgbClr val="854F0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886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Theta est-il plus utile que Big O 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54F0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960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= borne supérieure, Ω = borne inférieure, Θ = borne serrée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15087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classes : O(1) &lt; O(log n) &lt; O(n) &lt; O(n log n) &lt; O(n²) &lt; O(2ⁿ)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0574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: pas de boucle=O(1), 1 boucle=O(n), 2 imbriquées=O(n²)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2606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Ignorer les constantes, garder le terme dominant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00400"/>
            <a:ext cx="256032" cy="25603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 : si n double → temps ×4 | O(n log n) : si n double → temps ×~2.2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Ch.12 - Slides supplémentaires</dc:title>
  <dc:subject>PptxGenJS Presentation</dc:subject>
  <dc:creator>PptxGenJS</dc:creator>
  <cp:lastModifiedBy>PptxGenJS</cp:lastModifiedBy>
  <cp:revision>1</cp:revision>
  <dcterms:created xsi:type="dcterms:W3CDTF">2026-03-22T07:45:15Z</dcterms:created>
  <dcterms:modified xsi:type="dcterms:W3CDTF">2026-03-22T07:45:15Z</dcterms:modified>
</cp:coreProperties>
</file>