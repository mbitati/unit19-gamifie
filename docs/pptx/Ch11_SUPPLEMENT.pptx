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Exercice M4/D3 — démontrer qu'un ADT résout un problème.</a:t>
            </a:r>
          </a:p>
          <a:p>
            <a:r>
              <a:t>Scénario : gestion de file d'attente dans un hôpital.</a:t>
            </a:r>
          </a:p>
          <a:p>
            <a:r>
              <a:t>1) Choisir l'ADT 2) Implémenter 3) Tester 4) Évaluer Big O.</a:t>
            </a:r>
          </a:p>
          <a:p>
            <a:r>
              <a:t>Durée : 45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Questions sur l'évaluation de complexité.</a:t>
            </a:r>
          </a:p>
          <a:p>
            <a:r>
              <a:t>'Si mon code a une boucle de n et dedans un HashMap.get(), c'est O(?) → O(n×1) = O(n)'.</a:t>
            </a:r>
          </a:p>
          <a:p>
            <a:r>
              <a:t>Faire calculer 5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Récap — M4 = DÉMONTRER (code + tests + résultats), D3 = ÉVALUER (Big O de chaque opération).</a:t>
            </a:r>
          </a:p>
          <a:p>
            <a:r>
              <a:t>Ce n'est pas juste coder, c'est PROUVER que ça résout le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Démontrer ADT + évaluer Big 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 problème concret et un ADT pour le résoudre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Implémenter le CRUD complet en 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474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les tests JUnit qui prouvent que ça fonctionne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9776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opération, donner la complexité Big 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4805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: mesurer le temps réel avec System.nanoTime()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93C1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9601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prouver qu'un ADT résout BIEN le problème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91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 théorique vs benchmark réel : lequel est plus fiable 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4231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algorithme O(n) est-il toujours plus rapide qu'un O(n²) 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taille des données affecte-t-elle le choix de l'ADT 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31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886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signifie 'évaluer de manière critique' la complexité 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93C1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960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: Démontrer = code + tests + résultats (pas juste coder)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15087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: Évaluer = Big O de chaque opération + benchmark + comparaison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20574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justifier le choix de l'ADT par rapport au problème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256032" cy="25603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2606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: System.nanoTime(), plusieurs exécutions, moyenne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00400"/>
            <a:ext cx="256032" cy="25603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3154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= identifier forces ET faiblesses du choix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Ch.11 - Slides supplémentaires</dc:title>
  <dc:subject>PptxGenJS Presentation</dc:subject>
  <dc:creator>PptxGenJS</dc:creator>
  <cp:lastModifiedBy>PptxGenJS</cp:lastModifiedBy>
  <cp:revision>1</cp:revision>
  <dcterms:created xsi:type="dcterms:W3CDTF">2026-03-22T07:45:15Z</dcterms:created>
  <dcterms:modified xsi:type="dcterms:W3CDTF">2026-03-22T07:45:15Z</dcterms:modified>
</cp:coreProperties>
</file>