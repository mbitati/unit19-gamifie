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guidé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Démontrer ADT + évaluer Big 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un problème concret et un ADT pour le résoudre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971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le CRUD complet en Java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les tests JUnit qui prouvent que ça fonctionne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977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opération, donner la complexité Big 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480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: mesurer le temps réel avec System.nanoTime()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de réflexion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9601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prouver qu'un ADT résout BIEN le problème 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6916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 théorique vs benchmark réel : lequel est plus fiable 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423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algorithme O(n) est-il toujours plus rapide qu'un O(n²) 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1546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taille des données affecte-t-elle le choix de l'ADT 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886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signifie 'évaluer de manière critique' la complexité 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Récapitulatif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60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: Démontrer = code + tests + résultats (pas juste coder)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508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: Évaluer = Big O de chaque opération + benchmark + comparaison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057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justifier le choix de l'ADT par rapport au problème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5176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2606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: System.nanoTime(), plusieurs exécutions, moyenne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00400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3154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= identifier forces ET faiblesses du choix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Ch.11 - Slides supplémentaires</dc:title>
  <dc:subject>PptxGenJS Presentation</dc:subject>
  <dc:creator>PptxGenJS</dc:creator>
  <cp:lastModifiedBy>PptxGenJS</cp:lastModifiedBy>
  <cp:revision>1</cp:revision>
  <dcterms:created xsi:type="dcterms:W3CDTF">2026-03-22T07:45:15Z</dcterms:created>
  <dcterms:modified xsi:type="dcterms:W3CDTF">2026-03-22T07:45:15Z</dcterms:modified>
</cp:coreProperties>
</file>