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13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Mesurer l'efficacité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d'un algorithme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1 : Analyse théorique (Big 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le nombre d'opérations en fonction de la taille 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indépendant de la machine, du langage, des données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Bubble Sort fait n(n-1)/2 comparaisons → O(n²)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 : ignore les constantes et le comportement réel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identifier les boucles, compter les itérations, simplifier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l'analyse THÉORIQUE — ce que l'algorithme DEVRAIT faire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 2 : Mesure empirique (benchmark)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l'algorithme et MESURER le temps réel avec System.nanoTime()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reflète la performance RÉELLE sur une machine donnée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 : dépend de la machine, du système, de la charge CPU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: exécuter PLUSIEURS fois, faire la MOYENNE, varier 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aussi la MÉMOIRE avec Runtime.getRuntime().totalMemory() - freeMemory()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l'analyse EMPIRIQUE — ce que l'algorithme FAIT réellement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Java : template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MesurerEfficacite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int[] tailles = {1000, 5000, 10000, 50000, 100000};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n : tailles)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int[] tableau = genererTableau(n);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Mesurer le temps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 debut = System.nanoTime();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bubbleSort(tableau.clone());  // clone pour ne pas modifier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 tempsBubble = (System.nanoTime() - debut) / 1_000_000;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debut = System.nanoTime();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Arrays.sort(tableau.clone()); // Quick Sort 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 tempsQuick = (System.nanoTime() - debut) / 1_000_000;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Mesurer la mémoire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Runtime rt = Runtime.getRuntime();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 memoire = (rt.totalMemory() - rt.freeMemory()) / 1024;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System.out.printf("n=%6d | Bubble: %5d ms | Quick: %3d ms | Mem: %d KB%n",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n, tempsBubble, tempsQuick, memoire);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Résultat attendu : Bubble explose, Quick reste rapide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Ch.13 P7 Mesurer efficacité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Méthode 1 — analyse théorique Big O (compter les opérations)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Méthode 2 — benchmark Java avec System.nanoTime()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Live coding benchmark complet (Bubble vs Quick sur différents 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: mesurer les deux méthodes sur un exercice concret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P7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DEUX méthodes distinctes de mesure d'efficacité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: analyse Big O (théorique, compter les opérations)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: benchmark empirique (mesure de temps réel en Java)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Illustrer CHAQUE méthode avec un exemple concret et des résultats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Ch.13 - Mesurer l'efficacité (P7)</dc:title>
  <dc:subject>PptxGenJS Presentation</dc:subject>
  <dc:creator>PptxGenJS</dc:creator>
  <cp:lastModifiedBy>PptxGenJS</cp:lastModifiedBy>
  <cp:revision>1</cp:revision>
  <dcterms:created xsi:type="dcterms:W3CDTF">2026-03-22T05:14:53Z</dcterms:created>
  <dcterms:modified xsi:type="dcterms:W3CDTF">2026-03-22T05:14:53Z</dcterms:modified>
</cp:coreProperties>
</file>