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TITRE: Mesurer l'Efficacité
d'un Algorithme
Critère: Critère P7 — Benchmark, runtime, resources
Objectif de cette présentation : couvrir les concepts clés pour le critère Critère P7 — Benchmark, runtime, resources.
Durée estimée : 1h30 à 2h avec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Basé sur BENCHMARK.pdf.
Analogie : Big O = le plan du trajet, Benchmark = le chronomètre.
O(n log n) est 'meilleur' que O(n²), mais dans certains cas concrets, un O(n²) bien optimisé peut être plus rapide pour de petits n.
Lien Maven pour le benchmark : montrer comment ajouter une dépendance de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Coder en live un benchmark simple :
long start = System.nanoTime();
// algorithme
long end = System.nanoTime();
long duration = (end - start) / 1_000_000; // ms
Faire comparer Bubble Sort vs Arrays.sort() pour n=10000.
Exercice : les étudiants benchmarkent ArrayList.get() vs LinkedList.get() pour n=100000.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Demander aux étudiants : 'À part l'algorithme, qu'est-ce qui peut rendre un programme lent ?'
Liste attendue : RAM insuffisante, disque lent, réseau, GC pauses.
Montrer que malgré ces facteurs, le choix d'algorithme reste le plus impactant.
Exemple : un O(n²) sur un super-ordinateur sera PLUS LENT qu'un O(n log n) sur un PC portable pour n=1M.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Devoir P7 : choisir 2 algorithmes, les benchmarker en Java pour 3 tailles de n, et comparer avec la prédiction Big O.
Site : Monde 4 Ch13 + Ch14 (benchmark simulé).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13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l'Efficacité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d'un Algorithme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P7 — Benchmark, runtime, resources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D9770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façons de mesurer l'efficacité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Analyse THÉORIQUE : Big O (complexité asymptotique)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Mesure PRATIQUE : benchmark (temps réel d'exécution)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O = tendance, Benchmark = temps réel en millisecondes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sont complémentaires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O pour comparer des familles, Benchmark pour choisir dans la même famille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en Java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System.nanoTime() : mesurer le temps avant/après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le JIT compiler optimise → warm-up nécessaire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PLUSIEURS fois et faire la moyenne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JMH (Java Microbenchmark Harness) pour la précision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aussi la MÉMOIRE : Runtime.getRuntime().totalMemory()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4937760" y="1143000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start = System.nanoTime();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Algorithme à mesurer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n; i++)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list.get(i);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end = System.nanoTime();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ms = (end - start) / 1_000_000;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System.out.println(ms + " ms");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Mémoire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 rt = Runtime.getRuntime();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mem = rt.totalMemory() - rt.freeMemory();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Facteurs affectant l'efficacité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algorithmique : le facteur PRINCIPAL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du code : mise en cache, parallélisation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Matériel : CPU, RAM, SSD vs HDD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Compilateur/interpréteur : JIT, optimisations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des données : efficacité dépend de n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Collector : pauses imprévisibles en Java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2621280" cy="3200400"/>
          </a:xfrm>
          <a:prstGeom prst="roundRect">
            <a:avLst>
              <a:gd name="adj" fmla="val 3488"/>
            </a:avLst>
          </a:prstGeom>
          <a:solidFill>
            <a:srgbClr val="2D24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8016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234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2346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théorique de la tendance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52800" y="1097280"/>
            <a:ext cx="2621280" cy="3200400"/>
          </a:xfrm>
          <a:prstGeom prst="roundRect">
            <a:avLst>
              <a:gd name="adj" fmla="val 3488"/>
            </a:avLst>
          </a:prstGeom>
          <a:solidFill>
            <a:srgbClr val="2D2400"/>
          </a:solidFill>
          <a:ln/>
        </p:spPr>
      </p:sp>
      <p:sp>
        <p:nvSpPr>
          <p:cNvPr id="8" name="Text 6"/>
          <p:cNvSpPr/>
          <p:nvPr/>
        </p:nvSpPr>
        <p:spPr>
          <a:xfrm>
            <a:off x="3352800" y="128016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489960" y="1828800"/>
            <a:ext cx="234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89960" y="2286000"/>
            <a:ext cx="2346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pratique en millisecondes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6960" y="1097280"/>
            <a:ext cx="2621280" cy="3200400"/>
          </a:xfrm>
          <a:prstGeom prst="roundRect">
            <a:avLst>
              <a:gd name="adj" fmla="val 3488"/>
            </a:avLst>
          </a:prstGeom>
          <a:solidFill>
            <a:srgbClr val="2D2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156960" y="128016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294120" y="1828800"/>
            <a:ext cx="234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94120" y="2286000"/>
            <a:ext cx="2346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mémoire, GC, I/O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Mesurer l'Efficacité
d'un Algorithme</dc:title>
  <dc:subject>PptxGenJS Presentation</dc:subject>
  <dc:creator>Mme MBI - Unit 19</dc:creator>
  <cp:lastModifiedBy>Mme MBI - Unit 19</cp:lastModifiedBy>
  <cp:revision>1</cp:revision>
  <dcterms:created xsi:type="dcterms:W3CDTF">2026-03-23T00:04:28Z</dcterms:created>
  <dcterms:modified xsi:type="dcterms:W3CDTF">2026-03-23T00:04:28Z</dcterms:modified>
</cp:coreProperties>
</file>