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PROF: Exercice guidé — faire spécifier un ADT Queue par les étudiants.</a:t>
            </a:r>
          </a:p>
          <a:p>
            <a:r>
              <a:t>Étapes : 1) Identifier les opérations 2) Écrire les PRE/POST 3) Définir les invariants.</a:t>
            </a:r>
          </a:p>
          <a:p>
            <a:r>
              <a:t>Durée : 20 min individuel + 10 min correction collective.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PROF: Questions de réflexion à discuter en groupe.</a:t>
            </a:r>
          </a:p>
          <a:p>
            <a:r>
              <a:t>Objectif : vérifier la compréhension profonde, pas juste la mémorisation.</a:t>
            </a:r>
          </a:p>
          <a:p>
            <a:r>
              <a:t>Laisser 5 min de réflexion puis tour de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PROF: Récap à projeter en fin de cours.</a:t>
            </a:r>
          </a:p>
          <a:p>
            <a:r>
              <a:t>Demander aux étudiants de fermer leurs notes et de réciter les mots-clés de mémoire.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Exercice guidé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Spécifier un ADT Queue en notation impérative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24688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Écrire la DESCRIPTION de la Queue (1 phrase)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29718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Lister les OPERATIONS avec signatures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34747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chaque opération, écrire PRE et POST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39776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Définir les INVARIANTS (au moins 2)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44805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: écrire 2 AXIOMES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 de réflexion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05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96012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vérifier qu'une spec est complète 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37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16916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différence entre invariant et postcondition 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46888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68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24231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Peut-on implémenter un Stack avec une Queue ? Comment 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20040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200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31546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les axiomes sont-ils importants 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931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388620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la spec aide-t-elle à écrire les tests JUnit ?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Récapitulatif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05840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96012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 impérative : OPERATION + PRE + POST + INVARIANT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256032" cy="2560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4400" y="150876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axiomes définissent le comportement exact</a:t>
            </a:r>
            <a:endParaRPr lang="en-US" sz="13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03120"/>
            <a:ext cx="256032" cy="25603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14400" y="20574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spec est le CONTRAT entre concepteur et utilisateur</a:t>
            </a:r>
            <a:endParaRPr lang="en-US" sz="13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651760"/>
            <a:ext cx="256032" cy="25603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14400" y="260604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Java : la spec → interface, l'implémentation → classe</a:t>
            </a:r>
            <a:endParaRPr lang="en-US" sz="13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200400"/>
            <a:ext cx="256032" cy="256032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14400" y="315468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 → validation en début de méthode, POST → vérifiable par test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Ch.5 - Slides supplémentaires</dc:title>
  <dc:subject>PptxGenJS Presentation</dc:subject>
  <dc:creator>PptxGenJS</dc:creator>
  <cp:lastModifiedBy>PptxGenJS</cp:lastModifiedBy>
  <cp:revision>1</cp:revision>
  <dcterms:created xsi:type="dcterms:W3CDTF">2026-03-22T07:45:15Z</dcterms:created>
  <dcterms:modified xsi:type="dcterms:W3CDTF">2026-03-22T07:45:15Z</dcterms:modified>
</cp:coreProperties>
</file>