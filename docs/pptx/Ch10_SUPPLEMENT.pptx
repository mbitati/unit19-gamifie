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guidé — ajouter des exceptions à un projet existant.</a:t>
            </a:r>
          </a:p>
          <a:p>
            <a:r>
              <a:t>1) Identifier les cas d'erreur 2) Créer une exception custom 3) Ajouter try-catch 4) Écrire les tests JUnit.</a:t>
            </a:r>
          </a:p>
          <a:p>
            <a:r>
              <a:t>Durée : 45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sur le pattern AAA (Arrange-Act-Assert).</a:t>
            </a:r>
          </a:p>
          <a:p>
            <a:r>
              <a:t>Demander d'identifier les 3 phases dans un test donné.</a:t>
            </a:r>
          </a:p>
          <a:p>
            <a:r>
              <a:t>Piège : test qui fait Act avant Arrange.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throw/throws/try-catch.</a:t>
            </a:r>
          </a:p>
          <a:p>
            <a:r>
              <a:t>Exercice flash : donner 5 lignes de code, identifier laquelle lance, laquelle déclare, laquelle attrape.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Exception personnalisée — montrer StockInsuffisantException.</a:t>
            </a:r>
          </a:p>
          <a:p>
            <a:r>
              <a:t>Expliquer quand créer ses propres exceptions vs utiliser les standards.</a:t>
            </a:r>
          </a:p>
          <a:p>
            <a:r>
              <a:t>Règle : exception custom si le message standard n'est pas assez explicite.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exceptions + tests JUnit à un projet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throws/throw aux méthodes qui peuvent échouer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Entourer les appels risqués de try-catch-finally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exception personnalisée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5 tests JUnit 5 avec @Test, @BeforeEach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assertThrows pour tester les exceptions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différence entre checked et unchecked exception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finally est-il important pour les ressources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assertThrows vs try-catch dans un test : quelle différence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créer une exception personnalisée vs utiliser les existantes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préconditions de l'ADT deviennent des exceptions en Java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= LANCER, throws = DÉCLARER, try-catch = ATTRAPER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= TOUJOURS exécuté (fermer ressources)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: @Test, @BeforeEach, assertEquals, assertThrows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JUnit 5 : org.junit.jupiter.api.* (PAS JUnit 4)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 de l'ADT → throw new IllegalArgumentException()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Exception personnalisée + 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Exception personnalisée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StockInsuffisantException extends Exception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StockInsuffisantException(String msg)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super(msg);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vendre(String code, int qte)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StockInsuffisantException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Produit p = chercher(code);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(p.getQuantite() &lt; qte)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StockInsuffisantException(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"Stock insuffisant pour " + code);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p.setQuantite(p.getQuantite() - qte);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JUnit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testVendreStockInsuffisant()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assertThrows(StockInsuffisantException.class, () -&gt;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stock.vendre("P1", 999);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Ch.10 -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