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exceptions + tests JUnit à un projet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throws/throw aux méthodes qui peuvent échouer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Entourer les appels risqués de try-catch-finally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exception personnalisée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9776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5 tests JUnit 5 avec @Test, @BeforeEach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480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assertThrows pour tester les exceptions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3C1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différence entre checked et unchecked exception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91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finally est-il important pour les ressources 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4231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assertThrows vs try-catch dans un test : quelle différence 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créer une exception personnalisée vs utiliser les existantes 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20040" cy="3200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886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les préconditions de l'ADT deviennent des exceptions en Java 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3C1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960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= LANCER, throws = DÉCLARER, try-catch = ATTRAPER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15087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finally = TOUJOURS exécuté (fermer ressources)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0574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: @Test, @BeforeEach, assertEquals, assertThrows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2606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JUnit 5 : org.junit.jupiter.api.* (PAS JUnit 4)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00400"/>
            <a:ext cx="256032" cy="25603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PRE de l'ADT → throw new IllegalArgumentException()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93C1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Exemple : Exception personnalisée + test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3840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Exception personnalisée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StockInsuffisantException extends Exception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StockInsuffisantException(String msg)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super(msg);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Utilisation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vendre(String code, int qte)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throws StockInsuffisantException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Produit p = chercher(code);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(p.getQuantite() &lt; qte)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throw new StockInsuffisantException(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"Stock insuffisant pour " + code);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p.setQuantite(p.getQuantite() - qte);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Test JUnit 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testVendreStockInsuffisant()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assertThrows(StockInsuffisantException.class, () -&gt;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stock.vendre("P1", 999);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Ch.10 - Slides supplémentaires</dc:title>
  <dc:subject>PptxGenJS Presentation</dc:subject>
  <dc:creator>PptxGenJS</dc:creator>
  <cp:lastModifiedBy>PptxGenJS</cp:lastModifiedBy>
  <cp:revision>1</cp:revision>
  <dcterms:created xsi:type="dcterms:W3CDTF">2026-03-22T07:45:15Z</dcterms:created>
  <dcterms:modified xsi:type="dcterms:W3CDTF">2026-03-22T07:45:15Z</dcterms:modified>
</cp:coreProperties>
</file>