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TITRE: Encapsulation &amp;
Information Hiding
Critère: Critère M3 — Avantages de l'encapsulation dans un ADT
Objectif de cette présentation : couvrir les concepts clés pour le critère Critère M3 — Avantages de l'encapsulation dans un ADT.
Durée estimée : 1h30 à 2h avec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Commencer par l'analogie du coffre-fort : les données sont dedans (private), on y accède avec la clé (getters/setters).
Question : 'Pourquoi ne pas mettre tous les attributs en public ?'
Réponse attendue : pas de contrôle, pas de validation, pas de sécurité.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Faire coder en live :
1. Classe CompteBancaire avec solde public → montrer le problème
2. Refactorer avec private + getSolde() + deposer(montant) avec validation montant &gt; 0
Demander : 'Que se passe-t-il si quelqu'un fait compte.solde = -1000 ?' (avec public)
Vs 'Que se passe-t-il avec deposer(-1000) ?' (avec validation)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Différence subtile :
- Encapsulation = REGROUPER données + méthodes
- Information Hiding = CACHER l'implémentation
Exemple : on peut encapsuler sans bien cacher (getters qui exposent tout).
Exercice : donner une classe avec tous les getters et demander lesquels sont nécessaires et lesquels exposent trop.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Dessiner un diagramme au tableau avec 3 classes dans 2 packages.
Montrer ce qui est accessible depuis chaque classe pour chaque niveau.
Astuce mnémotechnique : 'Plus c'est sensible, plus c'est private'.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L'interface Java EST la traduction directe d'un ADT.
Exemple live :
interface Stockable { void ajouter(String item); }
class Inventaire implements Stockable { ... }
class Entrepot implements Stockable { ... }
Montrer que le code client utilise Stockable sans connaître la classe concrète.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Montrer l'exemple Vehicule → Voiture.
Piège classique : l'étudiant essaie d'accéder à un attribut private du parent directement.
Solution : passer par les getters/setters du parent.
Exercice : créer une hiérarchie Animal (private nom) → Chien (aboyer), en utilisant getNom() dans aboyer().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C'est l'argument clé pour M3 : l'encapsulation PERMET de changer l'implémentation.
Scénario concret : AuthService utilise HashMap pour les users → on passe à une base de données → OrderService ne change PAS car il utilise seulement login().
Faire dessiner aux étudiants un diagramme de classes avec les dépendances.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Évaluation rapide : poser 3 questions à main levée.
Devoir M3 : écrire un paragraphe expliquant les avantages de l'encapsulation et de l'information hiding dans un ADT, avec un exemple concret.
Rappeler le site : unite19-gamifie.vercel.app → Monde 2 → Ch6 (simulateur visuel).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19 : Data Structures &amp; Algorithms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Hiding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M3 — Avantages de l'encapsulation dans un ADT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de l'Encapsulation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fondamental de la POO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Regrouper données + méthodes dans une seule unité (classe)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 l'accès avec des modificateurs (private, public)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Bouclier de protection : empêche l'accès direct aux données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voit l'INTERFACE, pas l'IMPLÉMENTATION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concevoir une Encapsulation 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Définir les attributs PRIVATE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Fournir des GETTERS (méthodes d'accès publiques)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Fournir des SETTERS avec VALIDATION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Utiliser les classes encapsulées via l'interface publique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Maintenir la cohérence : modifier l'interne sans affecter le client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11430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AVANT (mauvais)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Compte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solde; // DANGER!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APRÈS (encapsulé)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Compte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double solde;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deposer(double m)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(m &gt; 0) solde += 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Hiding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Cacher les DÉTAILS D'IMPLÉMENTATION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Exposer uniquement l'INTERFACE PUBLIQUE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de Parnas (1972) : chaque module cache une décision de conception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en Java : public &gt; protected &gt; package &gt; private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Minimiser les dépendances entre classes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niveaux de visibilité Java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: accessible par TOUT LE MONDE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: même package + sous-classes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(package) : même package uniquement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: classe elle-même UNIQUEMENT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: attributs = private, méthodes = public/private selon besoin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11430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 A (package1)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public    → visible partout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protected → package1 + enfants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default   → package1 seul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private   → A seul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 B (package2) extends 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voit public 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voit protected 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voit default 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voit private ❌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Java — Le contrat ADT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= CONTRAT sans implémentation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 le QUOI (signatures) sans le COMMENT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classe 'implements' une interface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le POLYMORPHISME (List = ArrayList ou LinkedList)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 avec classe abstraite : pas d'attributs, multi-héritage possible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11430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Stockable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ajouter(String item);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retirer();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boolean estVide();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 client ne sait pas SI c'est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ArrayList ou LinkedList dedans 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Stockable s = new Inventaire();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s.ajouter("Clavier");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+ Héritage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sous-classe hérite des méthodes publiques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PAS d'accès direct aux attributs private du parent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protected pour permettre l'accès aux sous-classes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constructeur du parent est appelé avec super()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préservée même dans l'héritage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+ Modularité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module (classe) a une responsabilité unique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L'encapsulation garantit l'indépendance des modules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l'implémentation interne = TRANSPARENT pour les autres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remplacer ArrayList par LinkedList sans casser le code client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Couplage faible = bon design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— Encapsulation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13374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Regrouper données + méthodes, contrôler l'accès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09728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133740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280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🕵️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8892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Hiding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88920" y="228600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Cacher l'implémentation, exposer l'interface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13374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280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9204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28600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 ADT en Java, polymorphisme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109728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13374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1280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🧬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9516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95160" y="228600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Hériter sans violer l'encapsulation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Encapsulation &amp; Information Hiding</dc:title>
  <dc:subject>PptxGenJS Presentation</dc:subject>
  <dc:creator>Mme MBI - Unit 19</dc:creator>
  <cp:lastModifiedBy>Mme MBI - Unit 19</cp:lastModifiedBy>
  <cp:revision>1</cp:revision>
  <dcterms:created xsi:type="dcterms:W3CDTF">2026-03-23T00:04:28Z</dcterms:created>
  <dcterms:modified xsi:type="dcterms:W3CDTF">2026-03-23T00:04:28Z</dcterms:modified>
</cp:coreProperties>
</file>