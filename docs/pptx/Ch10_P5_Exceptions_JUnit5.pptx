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19 : Data Structures &amp; Algorithms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Chapitre 10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 des exceptions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Tests JUnit 5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22860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exceptions Java : hiérarchie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Throwable → Error (irrécupérable : OutOfMemoryError) + Exception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→ Checked (IOException, FileNotFoundException) : OBLIGATOIRE de gérer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→ Unchecked/RuntimeException (NullPointerException, ArrayIndexOutOfBounds) : optionnel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new Exception("message") : LANCER une exception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throws Exception : DÉCLARER qu'une méthode peut lancer une exception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{ ... } catch (Exception e) { ... } finally { ... } : ATTRAPER une exception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/ catch / finally + throw / throws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3840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throws : DÉCLARER une exception possible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lireFichier(String nom) throws FileNotFoundException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FileReader fr = new FileReader(nom);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throw : LANCER une exception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setAge(int age)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(age &lt; 0)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throw new IllegalArgumentException("L'âge ne peut pas être négatif");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this.age = age;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try-catch-finally : ATTRAPER une exception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resultat = 10 / 0;     // ArithmeticException 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catch (ArithmeticException e)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System.out.println("Erreur : " + e.getMessage());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finally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System.out.println("Toujours exécuté !");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Fermer fichiers, connexions...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RÈGLE : finally s'exécute TOUJOURS, exception ou pas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JUnit 5 : les bases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3840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org.junit.jupiter.api.Test;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org.junit.jupiter.api.BeforeEach;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static org.junit.jupiter.api.Assertions.*;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GestionStockTest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GestionStock gs;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@BeforeEach  // Exécuté AVANT chaque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setup()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gs = new GestionStock();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testAjouter()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gs.ajouter(new Produit("P1", "Stylo", 2.50));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assertEquals(1, gs.getTaille());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testAjouter_Doublon()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gs.ajouter(new Produit("P1", "Stylo", 2.50));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boolean result = gs.ajouter(new Produit("P1", "Stylo", 2.50));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assertFalse(result); // doublon rejeté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testSupprimer_Inexistant()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assertThrows = vérifier qu'une exception est lancée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assertThrows(IllegalArgumentException.class, () -&gt;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gs.supprimer("P999");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JUnit 5 : assertions principales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assertEquals(expected, actual) : vérifie l'égalité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assertTrue(condition) / assertFalse(condition) : vérifie un booléen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assertNull(obj) / assertNotNull(obj) : vérifie null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assertThrows(ExceptionClass.class, () -&gt; { code }) : vérifie qu'une exception est lancée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@BeforeEach : exécuté avant CHAQUE test (initialisation)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@Test : marque une méthode de test — JUnit 5 (Jupiter), PAS JUnit 4 !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 ENSEIGNANT — Ch.10 P5 Exceptions+JUnit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séance 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: Exceptions Java — hiérarchie, throw, throws, try-catch-finally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: Live coding — ajouter des exceptions à un projet existant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: JUnit 5 — annotations, assertions, @BeforeEach. Config Maven.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: Mini-jeu (chasseur de bugs) + exercice avec tests JUnit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P5 — l'étudiant doit :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throws, throw, try-catch, try-catch-finally dans le code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des tests JUnit 5 avec @Test, @BeforeEach, assertEquals, assertThrows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les résultats des tests (combien passent, lesquels échouent)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JUnit 5 Jupiter, PAS JUnit 4 (imports différents !)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Ch.10 - Exceptions + JUnit 5 (P5)</dc:title>
  <dc:subject>PptxGenJS Presentation</dc:subject>
  <dc:creator>PptxGenJS</dc:creator>
  <cp:lastModifiedBy>PptxGenJS</cp:lastModifiedBy>
  <cp:revision>1</cp:revision>
  <dcterms:created xsi:type="dcterms:W3CDTF">2026-03-22T05:14:52Z</dcterms:created>
  <dcterms:modified xsi:type="dcterms:W3CDTF">2026-03-22T05:14:52Z</dcterms:modified>
</cp:coreProperties>
</file>