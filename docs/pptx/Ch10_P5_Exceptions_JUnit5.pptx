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Exceptions &amp; Tests JUnit 5
Critère: Critère P5 — Error handling et tests
Objectif de cette présentation : couvrir les concepts clés pour le critère Critère P5 — Error handling et tests.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Commencer par demander : 'Pourquoi tester ?' 
Analogie : les crash-tests automobiles — on ne livre pas une voiture sans la tester.
Statistique : le coût de correction d'un bug augmente x10 à chaque phase (conception → développement → production).
Hiérarchie des tests : unitaires → intégration → système → acceptation.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Coder en live :
1. Division par zéro sans try-catch → crash
2. Ajouter try-catch → message d'erreur propre
3. Ajouter finally → 'Fin du calcul' toujours affiché
Exercice : écrire un programme de saisie d'âge avec try-catch pour InputMismatchException.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Dessiner l'arbre d'héritage :
Throwable
├── Error (pas à catcher : OutOfMemoryError)
└── Exception
    ├── IOException (Checked)
    ├── FileNotFoundException (Checked)
    └── RuntimeException (Unchecked)
        ├── NullPointerException
        ├── ArrayIndexOutOfBoundsException
        └── IllegalArgumentException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ATTENTION : JUnit 5 Jupiter, PAS JUnit 4.
Imports corrects :
import org.junit.jupiter.api.Test;
import org.junit.jupiter.api.BeforeEach;
import static org.junit.jupiter.api.Assertions.*;
Coder un test complet en live :
1. Créer GestionStockTest
2. @BeforeEach pour initialiser
3. @Test testAjouter avec assertEquals
4. @Test testSupprimerVide avec assertThrows
Maven dependency : junit-jupiter 5.x scope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Le pattern AAA est la structure de TOUT bon test.
Exemple :
// Arrange
GestionStock gs = new GestionStock();
Produit p = new Produit('Clavier', 29.99);
// Act
gs.ajouter(p);
// Assert
assertEquals(1, gs.getTaille());
assertEquals('Clavier', gs.getProduit(0).getNom());
Faire écrire 3 tests aux étudiants en suivant le pattern AAA.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Devoir P5 : implémenter une classe avec 3 exceptions différentes + écrire 5 tests JUnit 5.
Site : Monde 3 Ch10 → Puzzle de débogage + Code Builder JUnit.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 Tests JUnit 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P5 — Error handling et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des Tests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: identifier et corriger les bugs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identifier les vulnérabilités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: évaluer l'efficacité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itératif : intégré au cycle de développement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= filet de sécurité pour les modifications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Java : try-catch-finally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: code qui PEUT lancer une exception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: ATTRAPER et gérer l'exception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: s'exécute TOUJOURS (fermer ressources)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: LANCER une exception manuellement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: DÉCLARER qu'une méthode peut lancer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result = 10 / diviseur;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(ArithmeticException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System.out.println("Erreur : "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e.getMessage());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System.out.println("Fin du calcul");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 vs throws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pop() throws EmptyException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(isEmpty())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EmptyException();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vs Unchecked Exceptions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: le compilateur OBLIGE le catch/throws (IOException, FileNotFoundException)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(RuntimeException) : pas obligé de catch (NullPointerException, ArrayIndexOutOfBounds)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Checked pour les erreurs récupérables, Unchecked pour les bugs de programmation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new IllegalArgumentException() → Unchecked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new IOException() → Checked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(Jupiter)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 : marque une méthode de test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@BeforeEach : exécuté AVANT chaque test (setup)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assertEquals(expected, actual) : compare avec equals()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assertThrows(Exception.class, () -&gt; code) : vérifie qu'une exception est lancée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: org.junit.jupiter.api.* (PAS junit 4)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@BeforeEach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gs = new GestionStock();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testAjouter()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gs.ajouter(new Produit("P1", 10));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assertEquals(1, gs.getTaille());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testSupprimerVide()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assertThrows(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IllegalStateException.class,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() -&gt; gs.supprimer("P1")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Arrange-Act-Assert (AAA)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: préparer les données et l'état initial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: exécuter l'action à tester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: vérifier le résultat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test doit être INDÉPENDANT (@BeforeEach garantit cela)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clairement : testAjouter_ProduitValide_TailleAugmente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try-catch-finally, throw/throws, checked/unchecked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@Test, @BeforeEach, assertEquals, assertThrows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→ Act → Assert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 &amp; Tests JUnit 5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