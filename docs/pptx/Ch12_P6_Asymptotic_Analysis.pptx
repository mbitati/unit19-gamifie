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TITRE: Analyse Asymptotique
Big O, Ω, Θ
Critère: Critère P6 — Asymptotic analysis, Big O
Objectif de cette présentation : couvrir les concepts clés pour le critère Critère P6 — Asymptotic analysis, Big O.
Durée estimée : 1h30 à 2h avec exercices.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Basé sur BIG_O.pdf.
Table au tableau avec n=10, 100, 1000, 1M :
- O(1) = 1, 1, 1, 1
- O(log n) = 3, 7, 10, 20
- O(n) = 10, 100, 1000, 1M
- O(n²) = 100, 10K, 1M, 10¹²
Montrer que O(n²) EXPLOSE pour les grands n.
Utiliser le calculateur sur le site (Monde 4 Ch12).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Exemples détaillés du BIG_O.pdf :
int nombre1 = nombre1 + 3;
T(n) = 1 (affectation) + 1 (accès mémoire) + 1 (addition) = 3 → O(1)
for (int i=0; i&lt;n; i++) { sum += arr[i]; }
T(n) = n × (1+1) = 2n → O(n)
Faire calculer 5 exemples aux étudiants.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Analogie :
- O = 'je ne dépasserai JAMAIS cette vitesse' (limite haute)
- Ω = 'je ne serai JAMAIS plus lent que ça' (limite basse)
- Θ = 'je suis TOUJOURS à cette vitesse'
Exemple : 'Le trajet Paris-Lyon prend Θ(2h) en TGV, O(6h) en voiture, Ω(1h30) en avion'.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PROF: Devoir P6 : analyser 5 algorithmes et déterminer leur complexité Big O.
Site : Monde 4 Ch12 → Code→Complexité + Calculateur de croissance.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Asymptotique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O, Ω, 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P6 — Asymptotic analysis, Big 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Big O — Définitions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: constant — indépendant de n (accès tableau)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: logarithmique — recherche binaire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: linéaire — boucle simple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: quasi-linéaire — tri optimal (Merge Sort)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: quadratique — boucles imbriquées (Bubble Sort)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: exponentiel — à éviter 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calcul Big 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instruction basique = 1 opération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: multiplier par le nombre d'itérations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fonction : ajouter la complexité de la fonction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 terme DOMINANT : O(n² + n) = O(n²)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constantes : O(3n) = O(n)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récursif : résoudre la relation de récurrence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1430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O(1) — constant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arr[0] + 42;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O(n) — linéaire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+= arr[i];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O(n²) — quadratique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i&lt;n; i++)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j=0; j&lt;n; j++)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matrix[i][j] = 0;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O(log n) — logarithmique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i=1; i&lt;n; i*=2)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 vs Ω vs 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(Big O) : borne SUPÉRIEURE — au pire, pas plus lent que ça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(Big Omega) : borne INFÉRIEURE — au mieux, pas plus rapide que ça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(Big Theta) : borne SERRÉE — toujours à ce rythme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Sort : O(n²) pire cas, Θ(n log n) cas moyen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: Θ(n log n) toujours — borne serrée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on utilise surtout O (pire cas)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24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Borne supérieure — pire cas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5280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2400"/>
          </a:solidFill>
          <a:ln/>
        </p:spPr>
      </p:sp>
      <p:sp>
        <p:nvSpPr>
          <p:cNvPr id="8" name="Text 6"/>
          <p:cNvSpPr/>
          <p:nvPr/>
        </p:nvSpPr>
        <p:spPr>
          <a:xfrm>
            <a:off x="335280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8996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8996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&lt; O(log n) &lt; O(n) &lt; O(n log n) &lt; O(n²)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56960" y="1097280"/>
            <a:ext cx="2621280" cy="3200400"/>
          </a:xfrm>
          <a:prstGeom prst="roundRect">
            <a:avLst>
              <a:gd name="adj" fmla="val 3488"/>
            </a:avLst>
          </a:prstGeom>
          <a:solidFill>
            <a:srgbClr val="2D2400"/>
          </a:solidFill>
          <a:ln/>
        </p:spPr>
      </p:sp>
      <p:sp>
        <p:nvSpPr>
          <p:cNvPr id="12" name="Text 10"/>
          <p:cNvSpPr/>
          <p:nvPr/>
        </p:nvSpPr>
        <p:spPr>
          <a:xfrm>
            <a:off x="6156960" y="1280160"/>
            <a:ext cx="262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94120" y="1828800"/>
            <a:ext cx="234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4120" y="2286000"/>
            <a:ext cx="2346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 dominant, ignorer constantes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Asymptotique
Big O, Ω, Θ</dc:title>
  <dc:subject>PptxGenJS Presentation</dc:subject>
  <dc:creator>Mme MBI - Unit 19</dc:creator>
  <cp:lastModifiedBy>Mme MBI - Unit 19</cp:lastModifiedBy>
  <cp:revision>1</cp:revision>
  <dcterms:created xsi:type="dcterms:W3CDTF">2026-03-23T00:04:28Z</dcterms:created>
  <dcterms:modified xsi:type="dcterms:W3CDTF">2026-03-23T00:04:28Z</dcterms:modified>
</cp:coreProperties>
</file>