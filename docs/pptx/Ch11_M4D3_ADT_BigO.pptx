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TITRE: ADT résout un problème
&amp; Évaluation Big O
Critère: Critère M4 + D3 — Démontrer et évaluer
Objectif de cette présentation : couvrir les concepts clés pour le critère Critère M4 + D3 — Démontrer et évaluer.
Durée estimée : 1h30 à 2h avec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Pour chaque scénario, demander aux étudiants QUELLE structure et POURQUOI.
Exercice M4 : donner un problème d'entreprise et demander :
1. Quelle structure de données ?
2. Quelles opérations ?
3. Pourquoi ce choix résout le problème ?
Exemple : 'Un restaurant veut gérer les commandes par ordre d'arrivée' →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Exercice D3 :
Donner une implémentation de GestionStock avec ArrayList.
Demander d'analyser :
- ajouter() : O(?)
- rechercher() : O(?)
- supprimer() : O(?)
Puis demander : 'Et si on utilisait HashMap à la place ?'
Les complexités changent-elles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Basé sur le document BIG_O.pdf.
Exemple au tableau :
int sum = 0;           // 1
for (int i=0; i&lt;n; i++) // n fois
    sum += arr[i];     // 1
T(n) = 1 + n × 1 = n + 1 → O(n)
Faire calculer aux étudiants la complexité de 5 snippets 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Devoir M4/D3 : choisir un problème d'entreprise, implémenter avec un ADT, et évaluer la complexité de chaque opération.
Site : Monde 3 Ch11 + Monde 4 Ch12 pour le calculateur Big 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résout un problème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Évaluation Big 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M4 + D3 — Démontrer et évaluer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: L'ADT résout un problème concret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la bonne structure de données pour le problème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Cinéma : file d'attente → Queue FIFO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 : stock de médicaments → HashMap (recherche par nom)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: tickets prioritaires → PriorityQueue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web : historique → Stack LIFO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: Évaluer la complexité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chaque opération de l'ADT implémenté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avec des alternatives (ArrayList vs LinkedList vs HashMap)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: compter les opérations en fonction de 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cas, pire cas, cas moyen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le choix de structure par sa complexité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calcul Big 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instruction basique = 1 unité de temps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simple de 0 à n = O(n)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Boucles imbriquées = O(n × m) ou O(n²)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par 2 à chaque itération = O(log n)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garde le TERME DOMINANT : O(n² + n) = O(n²)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ignore les CONSTANTES : O(2n) = O(n)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1A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L'ADT résout un problème concret (choix justifié)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5280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1A00"/>
          </a:solidFill>
          <a:ln/>
        </p:spPr>
      </p:sp>
      <p:sp>
        <p:nvSpPr>
          <p:cNvPr id="8" name="Text 6"/>
          <p:cNvSpPr/>
          <p:nvPr/>
        </p:nvSpPr>
        <p:spPr>
          <a:xfrm>
            <a:off x="335280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8996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8996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la complexité de chaque opération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696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1A00"/>
          </a:solidFill>
          <a:ln/>
        </p:spPr>
      </p:sp>
      <p:sp>
        <p:nvSpPr>
          <p:cNvPr id="12" name="Text 10"/>
          <p:cNvSpPr/>
          <p:nvPr/>
        </p:nvSpPr>
        <p:spPr>
          <a:xfrm>
            <a:off x="615696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9412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9412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 dominant, ignorer constantes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ADT résout un problème
&amp; Évaluation Big O</dc:title>
  <dc:subject>PptxGenJS Presentation</dc:subject>
  <dc:creator>Mme MBI - Unit 19</dc:creator>
  <cp:lastModifiedBy>Mme MBI - Unit 19</cp:lastModifiedBy>
  <cp:revision>1</cp:revision>
  <dcterms:created xsi:type="dcterms:W3CDTF">2026-03-23T00:04:28Z</dcterms:created>
  <dcterms:modified xsi:type="dcterms:W3CDTF">2026-03-23T00:04:28Z</dcterms:modified>
</cp:coreProperties>
</file>