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de refactoring — donner du code avec attributs publics.</a:t>
            </a:r>
          </a:p>
          <a:p>
            <a:r>
              <a:t>Les étudiants doivent : 1) Passer en private 2) Ajouter getters 3) Ajouter setters avec validation.</a:t>
            </a:r>
          </a:p>
          <a:p>
            <a:r>
              <a:t>Durée : 25 min +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Questions sur les 4 niveaux de visibilité.</a:t>
            </a:r>
          </a:p>
          <a:p>
            <a:r>
              <a:t>Piège classique : protected vs default (package).</a:t>
            </a:r>
          </a:p>
          <a:p>
            <a:r>
              <a:t>Faire dessiner un schéma avec 2 packages et 3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Récap — insister sur le lien encapsulation = ADT en pratique.</a:t>
            </a:r>
          </a:p>
          <a:p>
            <a:r>
              <a:t>L'interface publique EST la spécification de l'ADT.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Refactorer un code sans encapsulation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attributs publics → les rendre private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les getters pour chaque attribut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setters AVEC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que le code client utilise les getters/setters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changer l'implémentation interne sans casser le client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attributs doivent-ils être private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différence entre encapsulation et information hiding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getter sans setter = attribut en lecture seule. Quand est-ce utile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supprime un getter, que se passe-t-il pour le code client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l'encapsulation aide-t-elle au debugging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= données (private) + opérations (public)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 = cacher les détails d'implémentation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avantages : modularité, maintenabilité, sécurité, réutilisabilité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private attributs + public méthodes + getters/setters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ArrayList→HashMap = transparent si bien encapsulé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Ch.6 -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