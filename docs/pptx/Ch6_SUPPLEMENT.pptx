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Refactorer un code sans encapsulation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attributs publics → les rendre private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les getters pour chaque attribut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474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des setters AVEC VALIDATION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9776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que le code client utilise les getters/setters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4805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changer l'implémentation interne sans casser le client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9601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attributs doivent-ils être private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91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différence entre encapsulation et information hiding 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4231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getter sans setter = attribut en lecture seule. Quand est-ce utile 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on supprime un getter, que se passe-t-il pour le code client 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31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886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l'encapsulation aide-t-elle au debugging 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960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= données (private) + opérations (public)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15087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hiding = cacher les détails d'implémentation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20574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avantages : modularité, maintenabilité, sécurité, réutilisabilité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256032" cy="25603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2606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Java : private attributs + public méthodes + getters/setters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00400"/>
            <a:ext cx="256032" cy="25603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3154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ArrayList→HashMap = transparent si bien encapsulé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Ch.6 - Slides supplémentaires</dc:title>
  <dc:subject>PptxGenJS Presentation</dc:subject>
  <dc:creator>PptxGenJS</dc:creator>
  <cp:lastModifiedBy>PptxGenJS</cp:lastModifiedBy>
  <cp:revision>1</cp:revision>
  <dcterms:created xsi:type="dcterms:W3CDTF">2026-03-22T07:45:15Z</dcterms:created>
  <dcterms:modified xsi:type="dcterms:W3CDTF">2026-03-22T07:45:15Z</dcterms:modified>
</cp:coreProperties>
</file>