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Design Patterns
Création, Structure, Comportement
Critère: Critère M3 — Issues in software development
Objectif de cette présentation : couvrir les concepts clés pour le critère Critère M3 — Issues in software development.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Les Design Patterns sont comme des recettes de cuisine : des solutions éprouvées.
Histoire : le livre 'Design Patterns' (1994) par Gamma, Helm, Johnson, Vlissides = 'Gang of Four'.
Question : 'Avez-vous déjà utilisé un pattern sans le savoir ?' (réponse : oui, par exemple Singleton avec la connexion DB).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Coder en live le Singleton :
1. Constructeur private
2. Attribut static instance
3. Méthode static getInstance()
Demander : 'Pourquoi le constructeur est private ?'
Puis coder la Factory : interface Animal + Chien + Chat + AnimalFactory.creer(type).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Adapter = le convertisseur de prise électrique.
Composite = le système de fichiers : un Dossier CONTIENT des Fichiers et d'autres Dossiers, mais les deux sont des 'FileSystemElement'.
Exercice : dessiner le diagramme UML du Composite pattern pour une entreprise (Employé + GroupeEmployés).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Observer = YouTube : vous vous abonnez, vous êtes notifié.
Strategy = le GPS qui propose 'route rapide' ou 'route économique'.
Exercice : implémenter Strategy pour un système de paiement (CarteBancaire, PayPal, Virement) qui implémentent tous interface Paiement { void payer(double montant);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Exercice final : donner 5 scénarios réels et demander quel pattern utiliser.
Devoir : choisir 2 patterns et les implémenter en Java avec des classes métier.
Site : unite19-gamifie.vercel.app → Monde 2 → Ch8 (explorer + match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Structure, Comportement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M3 — Issues in software development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aux Design 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réutilisables à des problèmes récurrents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GoF (Gang of Four) — 23 patterns en 3 catégories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: COMMENT créer des objets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COMMENT composer des objets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: COMMENT les objets interagissent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commun entre développeurs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Création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: UNE seule instance (constructeur privé + getInstance())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 : la sous-classe décide quel objet créer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: construire un objet complexe étape par étape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→ Logger, DatabaseConnection, Configuration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→ créer Guerrier/Mage/Archer selon le choix du joueur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Logger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Logger instance;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Logger() {} // privé 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Logger getInstance()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(instance ==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instance = new Logger();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instance;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AnimalFactory.creer("chien");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: pont entre deux interfaces incompatibles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: arbre d'objets (feuilles + composites traités uniformément)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: ajouter des responsabilités dynamiquement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→ intégrer une ancienne API avec une nouvelle interface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→ système de fichiers (fichiers + dossiers)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Employe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afficher();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Dev implements Employe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afficher() {...}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Equipe implements Employe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List&lt;Employe&gt; membres;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afficher()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(Employe e : membres)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e.afficher();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 Comportement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: notifier les abonnés quand l'état change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: changer d'algorithme dynamiquement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→ Newsletter, notifications, événements UI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choisir le tri (BubbleSort, QuickSort) à runtime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avec les interfaces : chaque stratégie implémente la même interface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Observer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update(String 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Canal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List&lt;Observer&gt; abonnes;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publier(String msg)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(Observer o : abonnes)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o.update(msg);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TriStrategy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trier(int[] arr);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Design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337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Singleton, Factory, Builder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3374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Adapter, Composite, Decorator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13374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Observer,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