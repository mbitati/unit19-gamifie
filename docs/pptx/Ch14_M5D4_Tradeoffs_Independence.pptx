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TITRE: Trade-offs &amp;
Implementation Independence
Critère: Critère M5 + D4 — Compromis et indépendance
Objectif de cette présentation : couvrir les concepts clés pour le critère Critère M5 + D4 — Compromis et indépendance.
Durée estimée : 1h30 à 2h avec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Basé sur UNIT_19_04_Tradeoff.pdf.
Le trade-off est ESSENTIEL en informatique car les ressources sont LIMITÉES.
Exemple concret : application mobile (peu de RAM) vs serveur (beaucoup de RAM) → pas le même choix d'algorithme.
Exercice : donner 3 scénarios et demander quel compromis faire.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Pour chaque exemple, faire un tableau au tableau :
| Structure | Temps | Espace | Quand l'utiliser |
|-----------|-------|--------|------------------|
| ArrayList | get O(1) | compact | lectures fréquentes |
| LinkedList | add O(1) | pointeurs | insertions fréquentes |
| HashMap | get O(1) | tableau + buckets | recherche par clé |
| TreeMap | get O(log n) | arbre | clés triées |
Site : Monde 4 Ch14 → Balance Trade-off interactive.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C'est le critère D4 — 3 bénéfices avec exemples.
Coder en live :
List&lt;String&gt; noms = new ArrayList&lt;&gt;();
// Plus tard, on peut changer en :
List&lt;String&gt; noms = new LinkedList&lt;&gt;();
// Le reste du code NE CHANGE PAS !
Demander aux étudiants de trouver 3 bénéfices et les noter au tableau.
Devoir D4 : rédiger un paragraphe par bénéfice avec un exemple Java.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PROF: Devoir M5/D4 :
M5 : Expliquer un trade-off avec un exemple concret (structure + complexités)
D4 : Évaluer 3 bénéfices de l'implementation independence avec des exemples Java
Site : Monde 4 Ch14 → Balance + Benchmark simulé.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14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Independence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M5 + D4 — Compromis et indépendance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D9770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Temps vs Espace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compromis : optimiser le temps coûte souvent de l'espace (et vice versa)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: plus de mémoire → accès O(1)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Mémoisation : stocker les résultats → éviter les recalculs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in-place (Quick Sort) : moins de mémoire mais instable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meilleur algo = celui qui résout le problème avec les contraintes données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Trade-offs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vs LinkedList : accès rapide vs insertion rapide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vs TreeMap : O(1) moyen sans ordre vs O(log n) avec ordre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Récursion vs Itération : élégance vs mémoire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(mémoisation) : mémoire vs temps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: espace disque vs temps de décompression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: Implementation Independence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bénéfices de l'indépendance d'implémentation :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Flexibilité : changer l'implémentation sans casser le code client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Testabilité : tester via l'interface, pas l'implémentation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Réutilisabilité : le même code client fonctionne avec différentes implémentations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List&lt;E&gt; list = new ArrayList&lt;&gt;() ou new LinkedList&lt;&gt;()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L'interface = le contrat ADT en Java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vs Espace — choisir selon les contraintes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5280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8" name="Text 6"/>
          <p:cNvSpPr/>
          <p:nvPr/>
        </p:nvSpPr>
        <p:spPr>
          <a:xfrm>
            <a:off x="335280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48996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8996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pour vérifier les prédictions Big 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6960" y="1097280"/>
            <a:ext cx="2621280" cy="3200400"/>
          </a:xfrm>
          <a:prstGeom prst="roundRect">
            <a:avLst>
              <a:gd name="adj" fmla="val 3488"/>
            </a:avLst>
          </a:prstGeom>
          <a:solidFill>
            <a:srgbClr val="2D2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156960" y="128016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🔌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94120" y="1828800"/>
            <a:ext cx="234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94120" y="2286000"/>
            <a:ext cx="2346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bénéfices : flexibilité, testabilité, réutilisabilité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
Implementation Independence</dc:title>
  <dc:subject>PptxGenJS Presentation</dc:subject>
  <dc:creator>Mme MBI - Unit 19</dc:creator>
  <cp:lastModifiedBy>Mme MBI - Unit 19</cp:lastModifiedBy>
  <cp:revision>1</cp:revision>
  <dcterms:created xsi:type="dcterms:W3CDTF">2026-03-23T00:04:28Z</dcterms:created>
  <dcterms:modified xsi:type="dcterms:W3CDTF">2026-03-23T00:04:28Z</dcterms:modified>
</cp:coreProperties>
</file>