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MONDE 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19 : Data Structures &amp; Algorithms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Chapitre 14/15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Trade-offs et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Indépendance d'implémentation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228600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8404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M5/D4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M5 : Les trade-offs fondamentaux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vs ESPACE : cache HashMap (rapide, plus de mémoire) vs recalculer (lent, peu de mémoire)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vs INSERTION : ArrayList (accès O(1), insertion O(n)) vs LinkedList (inverse)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SIMPLICITÉ vs PERFORMANCE : Bubble Sort (simple, O(n²)) vs Quick Sort (complexe, O(n log n))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6517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ORDRE vs VITESSE : TreeMap (trié, O(log n)) vs HashMap (pas d'ordre, O(1))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2004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FLEXIBILITÉ vs SPÉCIALISATION : List (tout) vs Stack (LIFO uniquement mais optimal)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7490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choix d'ADT est un compromis — il faut justifier en fonction du CONTEXTE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D4 : 3 avantages de l'indépendance d'implémentation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AVANTAGE 1 — OPTIMISATION : changer ArrayList→HashMap sans réécrire le code client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Exemple : passage de O(n) à O(1) pour la recherche, en changeant UNE ligne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AVANTAGE 2 — TESTABILITÉ : utiliser une implémentation simple pour les tests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6517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Exemple : tester avec ArrayList (simple) puis déployer avec ConcurrentHashMap (thread-safe)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2004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AVANTAGE 3 — RÉUTILISABILITÉ : le code écrit pour List&lt;E&gt; fonctionne avec TOUTE implémentation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7490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Exemple : un algorithme de tri pour List marche avec ArrayList, LinkedList, ou toute future implémentation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 Java : interface = indépendance d'implémentation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List&lt;E&gt; list = new ArrayList&lt;&gt;();  // on peut changer → new LinkedList&lt;&gt;()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Map&lt;K,V&gt; map = new HashMap&lt;&gt;();   // on peut changer → new TreeMap&lt;&gt;()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Queue&lt;E&gt; queue = new ArrayDeque&lt;&gt;(); // on peut changer → new LinkedList&lt;&gt;()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6517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Programmer contre l'INTERFACE, pas contre la CLASSE concrète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2004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le principe 'Program to an interface, not an implementation'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7490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EXACTEMENT ce que fait l'ADT : définir l'interface, pas l'implémentation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NOTES ENSEIGNANT — Ch.14/15 M5/D4 Trade-offs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 de séance :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: Trade-offs — exemples concrets pour chaque type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: Indépendance d'implémentation — montrer un changement transparent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 : Mini-jeu (quiz trade-offs) + discussion en classe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 : Exercice de rédaction : argumenter 3 avantages avec exemples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Critère M5/D4 — l'étudiant doit :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 : Expliquer un trade-off avec un exemple concret de choix d'ADT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 : Évaluer 3 avantages distincts de l'indépendance d'implémentation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 : Chaque avantage doit être illustré avec un exemple Java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Lier au principe 'program to an interface' et montrer le code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Ch.14/15 - Trade-offs (M5/D4)</dc:title>
  <dc:subject>PptxGenJS Presentation</dc:subject>
  <dc:creator>PptxGenJS</dc:creator>
  <cp:lastModifiedBy>PptxGenJS</cp:lastModifiedBy>
  <cp:revision>1</cp:revision>
  <dcterms:created xsi:type="dcterms:W3CDTF">2026-03-22T05:14:53Z</dcterms:created>
  <dcterms:modified xsi:type="dcterms:W3CDTF">2026-03-22T05:14:53Z</dcterms:modified>
</cp:coreProperties>
</file>