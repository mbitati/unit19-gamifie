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Exercice D4 — rédiger 3 bénéfices de l'implementation independence.</a:t>
            </a:r>
          </a:p>
          <a:p>
            <a:r>
              <a:t>Chaque bénéfice doit avoir :</a:t>
            </a:r>
          </a:p>
          <a:p>
            <a:r>
              <a:t>1) Nom du bénéfice 2) Explication 3) Exemple Java avec code.</a:t>
            </a:r>
          </a:p>
          <a:p>
            <a:r>
              <a:t>Durée : 30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Questions trade-off :</a:t>
            </a:r>
          </a:p>
          <a:p>
            <a:r>
              <a:t>'Si vous avez 1GB de RAM et 1 million de données, vous choisissez HashMap ou TreeMap ?'</a:t>
            </a:r>
          </a:p>
          <a:p>
            <a:r>
              <a:t>→ Dépend : si besoin d'ordre → TreeMap. Sinon HashMap mais attention à la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Récap — trade-off = PAS de solution parfaite. Le bon choix dépend des CONTRAINTES.</a:t>
            </a:r>
          </a:p>
          <a:p>
            <a:r>
              <a:t>Liste des contraintes possibles : mémoire, temps, ordre, concurrence, maintenabilité.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guidé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les trade-offs + 3 avantages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 trade-off pour 3 paires d'ADT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trade-off, donner un cas d'usage concret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les 3 avantages de l'indépendance d'implémentation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Illustrer chaque avantage avec du code Java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480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un exemple de changement transparent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Existe-t-il un ADT 'parfait' sans trade-off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choisir entre rapidité et simplicité du code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L'indépendance d'implémentation a-t-elle des inconvénients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Java a-t-il autant d'implémentations pour List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entreprise, qui décide des trade-offs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= compromis entre avantages et inconvénients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508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vs espace, accès vs insertion, simplicité vs performance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057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avantages indépendance : optimisation, testabilité, réutilisabilité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Java : programmer contre l'interface, pas la classe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154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'Program to an interface' = le principe fondamental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Ch.14 - Slides supplémentaires</dc:title>
  <dc:subject>PptxGenJS Presentation</dc:subject>
  <dc:creator>PptxGenJS</dc:creator>
  <cp:lastModifiedBy>PptxGenJS</cp:lastModifiedBy>
  <cp:revision>1</cp:revision>
  <dcterms:created xsi:type="dcterms:W3CDTF">2026-03-22T07:45:15Z</dcterms:created>
  <dcterms:modified xsi:type="dcterms:W3CDTF">2026-03-22T07:45:15Z</dcterms:modified>
</cp:coreProperties>
</file>