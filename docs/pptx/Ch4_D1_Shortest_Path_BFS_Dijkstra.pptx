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TITRE : Shortest Path - BFS &amp; Dijkstra</a:t>
            </a:r>
          </a:p>
          <a:p>
            <a:r>
              <a:t>Durée : 2h</a:t>
            </a:r>
          </a:p>
          <a:p/>
          <a:p>
            <a:r>
              <a:t>Matériel : site → Monde 1 → Ch4 (graphe interactif Dijkstra)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Vocabulaire des graphes.</a:t>
            </a:r>
          </a:p>
          <a:p/>
          <a:p>
            <a:r>
              <a:t>Dessiner un graphe simple au tableau : 5 sommets, 6 arêtes.</a:t>
            </a:r>
          </a:p>
          <a:p/>
          <a:p>
            <a:r>
              <a:t>Demander : 'Donnez des exemples de graphes dans la vie réelle ?'</a:t>
            </a:r>
          </a:p>
          <a:p>
            <a:r>
              <a:t>→ Réseau social, carte routière, réseau informatique, liens web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Pourquoi chercher le plus court chemin ?</a:t>
            </a:r>
          </a:p>
          <a:p/>
          <a:p>
            <a:r>
              <a:t>Applications concrètes :</a:t>
            </a:r>
          </a:p>
          <a:p>
            <a:r>
              <a:t>- GPS : route la plus rapide</a:t>
            </a:r>
          </a:p>
          <a:p>
            <a:r>
              <a:t>- Réseau : routage de paquets</a:t>
            </a:r>
          </a:p>
          <a:p>
            <a:r>
              <a:t>- Jeux vidéo : pathfinding des personnages</a:t>
            </a:r>
          </a:p>
          <a:p>
            <a:r>
              <a:t>- Logistique : livraison optimale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BFS = Breadth-First Search = Parcours en LARGEUR.</a:t>
            </a:r>
          </a:p>
          <a:p/>
          <a:p>
            <a:r>
              <a:t>Utilise une QUEUE (FIFO) pour explorer niveau par niveau.</a:t>
            </a:r>
          </a:p>
          <a:p/>
          <a:p>
            <a:r>
              <a:t>Pour graphes NON PONDÉRÉS seulement.</a:t>
            </a:r>
          </a:p>
          <a:p/>
          <a:p>
            <a:r>
              <a:t>Complexité : O(V + E) avec V=sommets, E=arêtes.</a:t>
            </a:r>
          </a:p>
          <a:p/>
          <a:p>
            <a:r>
              <a:t>Démonstration pas à pas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PROF: Exercice BFS : tracer au tableau.</a:t>
            </a:r>
          </a:p>
          <a:p/>
          <a:p>
            <a:r>
              <a:t>Grapge : A-B, A-C, B-D, C-D, D-E, C-F</a:t>
            </a:r>
          </a:p>
          <a:p>
            <a:r>
              <a:t>Trouver le chemin A → F.</a:t>
            </a:r>
          </a:p>
          <a:p/>
          <a:p>
            <a:r>
              <a:t>Queue : [A] → [B,C] → [D,C] → [D,F] → trouvé !</a:t>
            </a:r>
          </a:p>
          <a:p>
            <a:r>
              <a:t>Chemin : A → C →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Algorithmes de plus court chemin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&amp; BFS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: Analyser le fonctionnement, avec illustrations, de deux algorithmes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plus court chemin réseau, en fournissant un exemple de chacun.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graphes : vocabulaire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9260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Sommet (Node/Vertex)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du graphe (ville, routeur, page web...)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Arête (Edge)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entre deux sommets (route, câble, lien...)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9260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Poids (Weight)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Coût/distance associé à une arête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9260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 orienté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arêtes ont une direction (A→B ≠ B→A)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9260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 non orienté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arêtes vont dans les deux sens (A↔B)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29260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Chemin (Path)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sommets reliés par des arêtes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 plus court chemin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/ Navigation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la route la plus rapide entre deux villes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informatiques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les paquets par le chemin le plus court (OSPF)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sociaux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Degrés de séparation entre deux personnes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3756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Jeux vidéo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: déplacer un personnage vers un objectif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livraisons, minimiser les coûts de transport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 1 : BFS (Breadth-First Search)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en largeur — pour graphes NON pondérés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voisins niveau par niveau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une QUEUE (file FIFO)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le chemin avec le MOINS d'arêtes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Enfiler le sommet de départ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Tant que la queue n'est pas vide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Défiler un sommet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Si c'est la destination → trouvé !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Sinon, enfiler tous ses voisins non visités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 : O(V + 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O(V)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nombre de sommets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nombre d'arêtes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 : tous les poids =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3200400"/>
            <a:ext cx="3840480" cy="11887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291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3246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utilise une QUEUE → FIFO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lien avec la Queue étudiée au Ch.3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 en "cercles concentriques"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: exemple pas à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non pondéré : trouver le chemin A → F (en nombre d'arêtes)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2860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Étape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Visités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 de A. Enfiler 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C]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A. Voisins B,C enfilés.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[C, D]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{A,B,C,D}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B. Voisin D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[D, E]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{A,B,C,D,E}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C. Voisin E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[E, F]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{A..F}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D. Voisin F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trouvé !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Chemin: A→B→D→F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= 3 arêtes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 2 : Dijkstra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graphes PONDÉRÉS (avec des poids positifs)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(algorithme glouton)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de départ = 0, tous les autres = ∞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Choisir le sommet non visité avec la plus petite distance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Pour chaque voisin 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 distance_actuelle + poids_arête &lt; distance_voisin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mettre à jour la distance du voisin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Marquer le sommet comme visité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Répéter 2-4 jusqu'à ce que la destination soit visitée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 : toujours choisir le sommet le plus proche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algorithme GLOUTON (greedy)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 : O(V² )  ou  O((V+E) log V)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(avec priority queue)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O(V)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 : poids négatifs INTERDITS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08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avec BFS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: tous les poids = 1 → arête par arête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poids variables → distance totale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utilise une Queue simple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utilise une Priority Queue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: exemple pas à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Graphe : A→B(4), A→C(2), B→D(5), C→B(1), C→E(3), D→F(2), E→D(1), E→F(6)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4023360"/>
                <a:gridCol w="27432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Visiter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Distances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B=∞, C=∞, D=∞, E=∞,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 : A=0, reste=∞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B=4, C=2, D=∞, E=∞,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A: B=4, C=2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D=∞, E=5,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C(2): B=2+1=3!, E=2+3=5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D=8, E=5,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B(3): D=3+5=8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D=6, E=5, F=11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E(5): D=5+1=6!, F=5+6=11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D=6, E=5, F=8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D(6): F=6+2=8!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Chemin: A→C→E→D→F = 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trouvé ! Distance 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vs Dijkstra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Critère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BFS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Dijkstra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graphe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pondéré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Pondéré (poids positifs)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utilisée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minimise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d'arêtes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Somme des poids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temps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 ou O((V+E)log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négatifs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social (degrés)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GPS, réseaux routiers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complexe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434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D1 : vous devez analyser les DEUX algorithmes avec un exemple concret pour chacun.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Pseudo-code : BFS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BFS(graphe, depart, destination):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 = new Queue()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new Set()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parent = new Map()  // pour reconstruire le chemin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queue.enqueue(depart)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visited.add(depart)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TANT QUE queue n'est pas vide: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queue.dequeue()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 current == destination: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RETOURNER reconstruire_chemin(parent, destination)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CHAQUE voisin DE current: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 voisin PAS DANS visited: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visited.add(voisin)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parent[voisin] = current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queue.enqueue(voisin)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Pseudo-code : Dijkstra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DIJKSTRA(graphe, depart):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distance[depart] = 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POUR CHAQUE autre sommet v: distance[v] = INFINI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new Set()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TANT QUE il reste des sommets non visités: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sommet non visité avec distance[u] MINIMUM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visited.add(u)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CHAQUE voisin v DE u: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alt = distance[u] + poids(u, v)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 alt &lt; distance[v]: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distance[v] = alt  // relaxation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parent[v] = u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RETOURNER distance[], parent[]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BFS ne fonctionne pas avec des graphes pondérés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est un algorithme glouton. Que signifie 'glouton' 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tous les poids d'un graphe sont 1, BFS et Dijkstra donnent-ils le même résultat 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Dijkstra ne fonctionne pas avec des poids négatifs 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algorithme utiliserait Google Maps pour trouver le chemin le plus rapide 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60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graphe = sommets + arêtes (+ poids optionnels)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554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 en largeur avec une Queue → chemin minimum en nombre d'arêtes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148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algorithme glouton avec Priority Queue → distance minimale pondérée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: O(V+E) — simple mais limité aux graphes non pondérés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337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O(V²) ou O((V+E)log V) — puissant mais pas de poids négatifs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D1 : illustrer les DEUX avec un exemple concret et comparer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Ch.4 Shortest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(4 périodes)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(40 min) : Introduction aux graphes + BFS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Dessiner un graphe au tableau. Faire BFS à la main avec les étudiants.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Astuce : utiliser des post-its sur le tableau pour les sommets !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(40 min) : Dijkstra — théorie + exemple pas à pas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tableau de distances est CLÉ — le dessiner en grand.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Montrer la "relaxation" : quand on trouve un chemin plus court.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(40 min) : Mini-jeu web + exercice guidé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jeu Dijkstra interactif est très visuel — les étudiants adorent.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(40 min) : Exercice complet + comparaison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D1 : l'étudiant doit 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BFS et Dijkstra avec illustrations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exemple concret pour chacun (graphe + trace)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(quand utiliser l'un vs l'autre)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Ch.4 - Shortest Path (D1)</dc:title>
  <dc:subject>PptxGenJS Presentation</dc:subject>
  <dc:creator>Mme MBI</dc:creator>
  <cp:lastModifiedBy>Mme MBI</cp:lastModifiedBy>
  <cp:revision>1</cp:revision>
  <dcterms:created xsi:type="dcterms:W3CDTF">2026-03-22T05:11:13Z</dcterms:created>
  <dcterms:modified xsi:type="dcterms:W3CDTF">2026-03-22T05:11:13Z</dcterms:modified>
</cp:coreProperties>
</file>