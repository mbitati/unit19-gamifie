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Exercice benchmark — mesurer ArrayList.get() vs LinkedList.get() pour n = 1000, 10000, 100000.</a:t>
            </a:r>
          </a:p>
          <a:p>
            <a:r>
              <a:t>Comparer les résultats avec la prédiction Big O.</a:t>
            </a:r>
          </a:p>
          <a:p>
            <a:r>
              <a:t>Durée : 30 min coding + 15 min 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Questions sur les facteurs de performance.</a:t>
            </a:r>
          </a:p>
          <a:p>
            <a:r>
              <a:t>'Pourquoi un benchmark donne des résultats différents à chaque exécution ?'</a:t>
            </a:r>
          </a:p>
          <a:p>
            <a:r>
              <a:t>→ GC, JIT, cache CPU, autres processus.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Récap — Big O = tendance théorique, Benchmark = mesure pratique.</a:t>
            </a:r>
          </a:p>
          <a:p>
            <a:r>
              <a:t>Les deux sont complémentaires. Big O pour comparer des familles, benchmark pour les cas concrets.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Java : 2 méthodes de mesure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 : compter les opérations manuellement (Big 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 : mesurer avec System.nanoTime() pour n=1K,5K,10K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Bubble Sort vs Arrays.sort()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mémoire avec Runtime.getRuntime()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un tableau comparatif des résultats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exécuter un benchmark plusieurs fois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JIT compiler de Java peut fausser les mesures. Comment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vs espace : lequel est plus important en pratique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hardware affecte-t-il les benchmarks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empiriques contredisent-ils parfois Big O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 : analyse Big O (théorique, indépendante de la machine)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 : benchmark (pratique, System.nanoTime())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sont complémentaires — toujours faire les deux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aussi la mémoire : Runtime.getRuntime().freeMemory()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: warmup JIT, plusieurs runs, moyenne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Ch.13 -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