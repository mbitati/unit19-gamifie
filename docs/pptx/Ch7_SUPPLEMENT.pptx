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guidé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737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Rédiger l'argumentation ADT→POO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71600" y="246888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Rédiger la thèse en 1-2 phrases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297180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 1 : Encapsulation (ADT concept → POO classe)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347472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Argument 2 : Abstraction (ADT interface → Java interface)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397764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: ce que la POO ajoute (héritage, polymorphisme)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44805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: les ADT = fondations de la POO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 de réflexion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320040" cy="3200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058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51560" y="9601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POO pourrait-elle exister sans les concepts des ADT 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320040" cy="3200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37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69164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Héritage et polymorphisme existaient-ils dans les ADT 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320040" cy="3200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4688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24231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quoi l'interface Java est-elle l'héritière directe de l'ADT ?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320040" cy="3200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2004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31546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Donnez un exemple où le polymorphisme dépend de l'abstraction ADT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320040" cy="3200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9319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388620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langages fonctionnels utilisent-ils aussi les ADT ?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Récapitulatif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05840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96012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arguments : encapsulation, abstraction, modification état, réutilisabilité, contrats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256032" cy="25603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150876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POO AJOUTE : héritage (extends) + polymorphisme (interface)</a:t>
            </a:r>
            <a:endParaRPr lang="en-US" sz="13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256032" cy="25603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14400" y="205740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sont des EXTENSIONS, pas des remplacements des concepts ADT</a:t>
            </a:r>
            <a:endParaRPr lang="en-US" sz="13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51760"/>
            <a:ext cx="256032" cy="25603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14400" y="260604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Java : interface = ADT, class implements = implémentation</a:t>
            </a:r>
            <a:endParaRPr lang="en-US" sz="13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200400"/>
            <a:ext cx="256032" cy="256032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914400" y="315468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du devoir : thèse → 3 arguments → discussion → conclusion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Ch.7 - Slides supplémentaires</dc:title>
  <dc:subject>PptxGenJS Presentation</dc:subject>
  <dc:creator>PptxGenJS</dc:creator>
  <cp:lastModifiedBy>PptxGenJS</cp:lastModifiedBy>
  <cp:revision>1</cp:revision>
  <dcterms:created xsi:type="dcterms:W3CDTF">2026-03-22T07:45:15Z</dcterms:created>
  <dcterms:modified xsi:type="dcterms:W3CDTF">2026-03-22T07:45:15Z</dcterms:modified>
</cp:coreProperties>
</file>