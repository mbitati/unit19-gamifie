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D2 — rédaction de l'argumentation.</a:t>
            </a:r>
          </a:p>
          <a:p>
            <a:r>
              <a:t>Structure imposée : intro + 3 arguments + ce que POO ajoute + conclusion.</a:t>
            </a:r>
          </a:p>
          <a:p>
            <a:r>
              <a:t>Chaque argument doit avoir un exemple Java concret.</a:t>
            </a:r>
          </a:p>
          <a:p>
            <a:r>
              <a:t>Durée : 30 min écriture + 15 min relecture croisée.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pour stimuler la réflexion critique.</a:t>
            </a:r>
          </a:p>
          <a:p>
            <a:r>
              <a:t>Attention : les étudiants ont tendance à dire 'ADT = POO'. Corriger : ADT est la BASE, POO ÉTEND.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des 5 arguments — faire réciter par 5 étudiants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l'argumentation ADT→POO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la thèse en 1-2 phrases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1 : Encapsulation (ADT concept → POO classe)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2 : Abstraction (ADT interface → Java interface)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: ce que la POO ajoute (héritage, polymorphisme)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les ADT = fondations de la POO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pourrait-elle exister sans les concepts des ADT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et polymorphisme existaient-ils dans les ADT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l'interface Java est-elle l'héritière directe de l'ADT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 un exemple où le polymorphisme dépend de l'abstraction ADT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langages fonctionnels utilisent-ils aussi les ADT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arguments : encapsulation, abstraction, modification état, réutilisabilité, contrats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AJOUTE : héritage (extends) + polymorphisme (interface)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EXTENSIONS, pas des remplacements des concepts ADT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interface = ADT, class implements = implémentation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devoir : thèse → 3 arguments → discussion → conclusion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Ch.7 -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