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Unit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</a:rPr>
              <a:t>HashMap (Table de Hachage)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Cle-valeur en O(1) — LO3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Ecole Schulz — Mme MBI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Qu'est-ce qu'un HashMap 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Structure cle-valeur : put(key, value) / get(key)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Acces O(1) amorti grace au HASHING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hashCode() calcule l'index du bucket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Collision : 2 cles differentes → meme bucket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Resolution : chainage (LinkedList) ou open addressing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Code Java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Map&lt;String, Integer&gt; ages = new HashMap&lt;&gt;();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ages.put("Alice", 20);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ages.put("Bob", 22);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age = ages.get("Alice"); // 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ages.containsKey("Bob"); //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ages.remove("Bob");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Parcours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(Map.Entry&lt;String, Integer&gt; e : ages.entrySet())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System.out.println(e.getKey() + " : " + e.getValue());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Complexite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put(k,v) : O(1) amorti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get(k) : O(1) amorti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remove(k) : O(1) amorti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Pire cas (toutes les collisions) : O(n)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Facteur de charge : size/capacity → rehash si &gt; 0.75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2026-04-20T08:19:58Z</dcterms:created>
  <dcterms:modified xsi:type="dcterms:W3CDTF">2026-04-20T08:19:58Z</dcterms:modified>
</cp:coreProperties>
</file>