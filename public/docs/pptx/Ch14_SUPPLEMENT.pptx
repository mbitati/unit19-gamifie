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les trade-offs + 3 avantages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 trade-off pour 3 paires d'ADT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trade-off, donner un cas d'usage concret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les 3 avantages de l'indépendance d'implémentation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Illustrer chaque avantage avec du code Java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un exemple de changement transparent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Existe-t-il un ADT 'parfait' sans trade-off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choisir entre rapidité et simplicité du code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L'indépendance d'implémentation a-t-elle des inconvénients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Java a-t-il autant d'implémentations pour List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entreprise, qui décide des trade-offs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= compromis entre avantages et inconvénients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vs espace, accès vs insertion, simplicité vs performance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avantages indépendance : optimisation, testabilité, réutilisabilité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: programmer contre l'interface, pas la classe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'Program to an interface' = le principe fondamental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Ch.14 -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