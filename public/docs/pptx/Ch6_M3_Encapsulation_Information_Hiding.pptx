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 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Hiding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 : regrouper données + opérations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regrouper les attributs (données) et les méthodes (opérations) dans une seule unité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une CLASSE regroupe private attributs + public méthodes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n'accède aux données QUE via les méthodes publiques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Stack → private int[] data + private int top → public push(), pop(), peek()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encapsulation : n'importe qui peut modifier data[] directement → DANGER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encapsulation : seules push/pop modifient les données → SÉCURITÉ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Hiding : cacher l'implémentation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exposer uniquement l'INTERFACE publique, cacher le COMMENT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sait QUOI faire (push, pop) mais pas COMMENT c'est fait (tableau ? liste chaînée ?)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1 : on peut CHANGER l'implémentation sans affecter le code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2 : le code est plus SÛRE — impossible de corrompre l'état interne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3 : SIMPLICITÉ — l'utilisateur n'a pas besoin de comprendre les détails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private pour les attributs, public pour l'interface → c'est de l'information hiding 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changer l'implémentation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Version 1 : ArrayList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ContactList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ArrayList&lt;Contact&gt; contacts; // CACHÉ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ajouter(Contact 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contacts.add(c);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Contact chercher(String email)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(Contact c : contacts)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(c.getEmail().equals(email)) return 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null;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Version 2 : HashMap (PLUS RAPIDE)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ContactList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HashMap&lt;String,Contact&gt; contacts; // CHANGÉ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ajouter(Contact 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contacts.put(c.getEmail(), c); // changé en interne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Contact chercher(String email)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contacts.get(email); // O(1) au lieu de O(n)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code CLIENT ne change PAS ! Seul l'intérieur change.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4 avantages de l'encapsulation dans les ADT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MODULARITÉ : chaque ADT est une unité indépendante, testable séparément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MAINTENABILITÉ : changer l'implémentation sans toucher au code qui l'utilise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SÉCURITÉ : les invariants sont protégés (pas de modification directe des données)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RÉUTILISABILITÉ : un ADT bien encapsulé peut être réutilisé dans différents projets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 : l'encapsulation rend le code plus FIABLE, MAINTENABLE et FLEXIBLE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fondement de la bonne ingénierie logicielle 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Ch.6 M3 Encapsulation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Théorie encapsulation + information hiding avec exemples concrets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Live coding — montrer le changement ArrayList→HashMap sans casser le client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Mini-jeu web + exercice guidé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: concevoir un ADT avec encapsulation correcte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M3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encapsulation ET information hiding (ce sont deux concepts liés mais distincts)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un exemple concret où le changement d'implémentation est transparent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avantages : modularité, maintenabilité, sécurité, réutilisabilité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Lier à un exemple de code Java avec private/public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Ch.6 - Encapsulation (M3)</dc:title>
  <dc:subject>PptxGenJS Presentation</dc:subject>
  <dc:creator>PptxGenJS</dc:creator>
  <cp:lastModifiedBy>PptxGenJS</cp:lastModifiedBy>
  <cp:revision>1</cp:revision>
  <dcterms:created xsi:type="dcterms:W3CDTF">2026-03-22T05:14:52Z</dcterms:created>
  <dcterms:modified xsi:type="dcterms:W3CDTF">2026-03-22T05:14:52Z</dcterms:modified>
</cp:coreProperties>
</file>