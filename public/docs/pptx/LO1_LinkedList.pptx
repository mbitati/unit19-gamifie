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19 — Data Structures &amp; Algorithms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2E0C4"/>
                </a:solidFill>
              </a:rPr>
              <a:t>LinkedList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Noeuds et pointeurs — LO1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Ecole Schulz — Mme MBI — BTEC HND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Qu'est-ce qu'une LinkedList 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Chaque noeud : valeur + reference vers le suivant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Pas de memoire contigue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Taille DYNAMIQUE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Types : Singly, Doubly, Circular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Insertion tete O(1), acces index O(n)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Code Java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LinkedList&lt;String&gt; liste = new LinkedList&lt;&gt;();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liste.addFirst("Alice"); // [Alice]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liste.addLast("Bob");    // [Alice, Bob]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liste.add(1, "Eve");     // [Alice, Eve, Bob]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liste.removeFirst();     // [Eve, Bob]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liste.remove("Bob");     // [Eve]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Peut servir de Stack OU Queue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liste.push("top");       // Stack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liste.offer("end");      // Queue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ArrayList vs LinkedList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ArrayList : acces O(1), insertion O(n), memoire contigue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LinkedList : acces O(n), insertion tete O(1), noeuds disperses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ArrayList meilleur pour lecture, LinkedList pour modification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2026-04-20T08:18:38Z</dcterms:created>
  <dcterms:modified xsi:type="dcterms:W3CDTF">2026-04-20T08:18:38Z</dcterms:modified>
</cp:coreProperties>
</file>