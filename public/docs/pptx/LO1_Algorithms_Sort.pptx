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Algorithmes de Tri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Sort: Bubble, Insertion, Quick, Merge, Heap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Vue d'ensemble des tris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Bubble Sort : O(n^2) — compare paires adjacentes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Insertion Sort : O(n^2) — insere a la bonne place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Selection Sort : O(n^2) — selectionne le minimum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Quick Sort : O(n log n) moyen — pivot + partition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Merge Sort : O(n log n) garanti — diviser pour regner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Heap Sort : O(n log n) — utilise un tas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Bubble Sort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bubbleSort(int[] arr)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arr.length - 1;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arr.length - i - 1; j++)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(arr[j] &gt; arr[j+1])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int temp = arr[j];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arr[j] = arr[j+1];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arr[j+1] = temp;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O(n^2) pire/moyen, O(n) meilleur (deja trie)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Quick Sort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quickSort(int[] arr, int lo, int hi)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(lo &gt;= hi)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pivot = arr[hi], i = lo;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lo; j &lt; hi; j++)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(arr[j] &lt; pivot)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t = arr[i]; arr[i] = arr[j]; arr[j] = 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i++;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 = arr[i]; arr[i] = arr[hi]; arr[hi] = 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quickSort(arr, lo, i-1);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quickSort(arr, i+1, hi);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 log n) moyen, O(n^2) pire cas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Merge Sort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mergeSort(int[] arr, int lo, int hi)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(lo &gt;= hi)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mid = (lo + hi) /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mergeSort(arr, lo, mid);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mergeSort(arr, mid+1, hi);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merge(arr, lo, mid, hi);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 log n) GARANTI, stable, mais O(n) memoire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Comparaison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Bubble/Insertion/Selection : O(n^2) — petits tableaux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Quick Sort : O(n log n) moyen, in-place, le plus utilise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Merge Sort : O(n log n) garanti, stable, memoire O(n)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Heap Sort : O(n log n), in-place mais pas stable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Bucket Sort : O(n) si distribution uniforme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