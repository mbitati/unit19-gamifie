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Design Patterns Complet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10 patterns : Creation, Structure, Comportement — LO2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3 Categories de Patterns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CREATION : comment creer des objets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  Singleton, Factory Method, Builder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STRUCTURE : comment organiser les classes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  Adapter, Composite, Decorator, Facade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COMPORTEMENT : comment communiquer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  Observer, Strategy, Visitor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Singleton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Database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Database instance;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Database() {} // prive 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Database getInstance()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(instance == null)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instance = new Database();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instance;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UNE seule instance dans toute l'app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Factory Method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Animal { void parler();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Chien implements Animal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parler() { System.out.println("Woof");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 implements Animal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parler() { System.out.println("Miaou");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AnimalFactory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Animal creer(String type)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(type.equals("chien")) return new Chien();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(type.equals("chat")) return new Chat();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IllegalArgumentException();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Observer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Observer { void update(String msg);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Canal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List&lt;Observer&gt; abonnes = new ArrayList&lt;&gt;();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abonner(Observer o) { abonnes.add(o);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publier(String msg)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(Observer o : abonnes) o.update(msg);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Quand Canal publie, TOUS les abonnes sont notifies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Strategy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TriStrategy { void trier(int[] arr);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BubbleSort implements TriStrategy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QuickSort implements TriStrategy { ...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Trieur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TriStrategy strategy;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setStrategy(TriStrategy 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this.strategy = 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executer(int[] arr)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strategy.trier(arr);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Changer d'algorithme a runtime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2026-04-20T08:19:58Z</dcterms:created>
  <dcterms:modified xsi:type="dcterms:W3CDTF">2026-04-20T08:19:58Z</dcterms:modified>
</cp:coreProperties>
</file>