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Java : 2 méthodes de mesure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: compter les opérations manuellement (Big 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: mesurer avec System.nanoTime() pour n=1K,5K,10K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Bubble Sort vs Arrays.sort()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mémoire avec Runtime.getRuntime()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un tableau comparatif des résultats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exécuter un benchmark plusieurs fois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JIT compiler de Java peut fausser les mesures. Comment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vs espace : lequel est plus important en pratique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hardware affecte-t-il les benchmarks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854F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empiriques contredisent-ils parfois Big O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: analyse Big O (théorique, indépendante de la machine)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: benchmark (pratique, System.nanoTime())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sont complémentaires — toujours faire les deux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aussi la mémoire : Runtime.getRuntime().freeMemory()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: warmup JIT, plusieurs runs, moyenne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Ch.13 -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