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Collection sans doublons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Qu'est-ce qu'un Set 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N'autorise PAS les doublons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add() retourne false si deja present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Interface Java : HashSet, TreeSet, LinkedHashSet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Utile : eliminer doublons, verifier appartenance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Code Java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villes = new HashSet&lt;&gt;();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villes.add("Geneve");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villes.add("Lausanne");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villes.add("Geneve"); // IGNORE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System.out.println(villes.size()); //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System.out.println(villes.contains("Geneve")); //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TreeSet = trie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Set&lt;Integer&gt; trie = new TreeSet&lt;&gt;();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trie.add(30); trie.add(10); trie.add(20);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[10, 20, 30]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HashSet vs TreeSet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HashSet : O(1), pas d'ordre, utilise hashCode()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TreeSet : O(log n), trie, utilise compareTo()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LinkedHashSet : O(1), ordre d'insertion preserve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