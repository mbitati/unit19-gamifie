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11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L'ADT résout un problème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Évaluer la complexité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M4/D3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 : Démontrer que l'ADT résout le problème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: Décrire le problème concret (ex: gérer les contacts d'une entreprise)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: Justifier le choix de l'ADT (pourquoi HashMap et pas ArrayList ?)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: Montrer le code qui résout le problème (CRUD complet)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: Tester avec des données réalistes (pas juste 2-3 éléments)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: Montrer les résultats (screenshots des tests JUnit passant)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clé est DÉMONTRER — pas juste coder, mais PROUVER que ça marche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D3 : Évaluer la complexité de l'implémentation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opération de votre ADT, donner la complexité Big 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HashMap.get() = O(1), LinkedList.get(i) = O(n)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avec une implémentation alternative (si j'avais utilisé X au lieu de Y...)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l'impact sur la PERFORMANCE avec un benchmark (System.nanoTime())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Discuter les TRADE-OFFS : rapidité vs mémoire, complexité code vs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'Critique' signifie : identifier les forces ET les faiblesses de votre choix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benchmark pour D3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Comparer LinkedList vs ArrayList pour get(index)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java.util.*;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Benchmark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N = 100000;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Remplir les deux structures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ArrayList&lt;Integer&gt; arrayList = new ArrayList&lt;&gt;();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LinkedList&lt;Integer&gt; linkedList = new LinkedList&lt;&gt;();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arrayList.add(i);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linkedList.add(i);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Benchmark ArrayList.get()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start = System.nanoTime();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1000;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arrayList.get(N / 2);  // accès milieu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timeAL = (System.nanoTime() - start) / 1_000_000;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Benchmark LinkedList.get()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System.nanoTime();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1000;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linkedList.get(N / 2);  // accès milieu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timeLL = (System.nanoTime() - start) / 1_000_000;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System.out.println("ArrayList.get() : " + timeAL + " ms");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System.out.println("LinkedList.get(): " + timeLL + " ms");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ArrayList sera ~100-1000x plus rapide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Ch.11 M4/D3 ADT+BigO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Comment DÉMONTRER qu'un ADT résout un problème (structure du rapport)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Big O de chaque opération — tableau récapitulatif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: Live coding benchmark + mini-jeu (identifier Big O)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Exercice : analyser un projet complet (complexité + justification)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M4/D3 — l'étudiant doit 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: Démontrer avec code + tests + screenshots que l'ADT résout le problème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: Donner la complexité Big O de CHAQUE opération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: Comparer avec une alternative et expliquer les trade-offs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: Fournir un benchmark empirique pour appuyer l'analyse théorique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Ch.11 - ADT + Big O (M4/D3)</dc:title>
  <dc:subject>PptxGenJS Presentation</dc:subject>
  <dc:creator>PptxGenJS</dc:creator>
  <cp:lastModifiedBy>PptxGenJS</cp:lastModifiedBy>
  <cp:revision>1</cp:revision>
  <dcterms:created xsi:type="dcterms:W3CDTF">2026-03-22T05:14:52Z</dcterms:created>
  <dcterms:modified xsi:type="dcterms:W3CDTF">2026-03-22T05:14:52Z</dcterms:modified>
</cp:coreProperties>
</file>