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Exercice guidé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contacts avec LinkedList + HashMap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4688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la classe Contact (nom, email, téléphone)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97180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GestionContacts avec LinkedList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HashMap pour la recherche rapide par email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Implémenter CRUD complet (ajouter, chercher, supprimer, lister)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480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: recherche LinkedList O(n) vs HashMap O(1)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 de réflexion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utiliser deux structures (LinkedList + HashMap) 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passe-t-il si on supprime de la HashMap mais pas de la LinkedList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4231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gérer les collisions dans un HashMap 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154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LinkedList.get(0) est O(1), mais get(n/2) est O(n). Pourquoi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20040" cy="320040"/>
          </a:xfrm>
          <a:prstGeom prst="ellipse">
            <a:avLst/>
          </a:prstGeom>
          <a:solidFill>
            <a:srgbClr val="993C1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886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 cas LinkedList est-elle meilleure qu'ArrayList 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Récapitulatif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0584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9601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LinkedList : noeuds chaînés, addFirst O(1), get(i) O(n)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15087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HashMap : clé→hash→bucket, get/put O(1) moyen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03120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4400" y="20574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: deux clés → même index → chaînage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1760"/>
            <a:ext cx="256032" cy="25603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4400" y="2606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Combiner les structures pour les avantages de chacune</a:t>
            </a:r>
            <a:endParaRPr lang="en-US" sz="13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256032" cy="256032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4400" y="31546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= Create Read Update Delete — pattern universel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Exemple : CRUD complet avec HashMap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3840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java.util.HashMap;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Annuaire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HashMap&lt;String, String&gt; contacts = new HashMap&lt;&gt;();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CREATE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ajouter(String nom, String tel)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contacts.put(nom, tel);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READ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String chercher(String nom)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contacts.getOrDefault(nom, "Non trouvé");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modifier(String nom, String newTel)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(contacts.containsKey(nom))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contacts.put(nom, newTel);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DELETE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supprimer(String nom)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contacts.remove(nom);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Toutes les opérations sont O(1) en moyenne 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Ch.8 - Slides supplémentaires</dc:title>
  <dc:subject>PptxGenJS Presentation</dc:subject>
  <dc:creator>PptxGenJS</dc:creator>
  <cp:lastModifiedBy>PptxGenJS</cp:lastModifiedBy>
  <cp:revision>1</cp:revision>
  <dcterms:created xsi:type="dcterms:W3CDTF">2026-03-22T07:45:15Z</dcterms:created>
  <dcterms:modified xsi:type="dcterms:W3CDTF">2026-03-22T07:45:15Z</dcterms:modified>
</cp:coreProperties>
</file>