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19 : Data Structures &amp; Algorithms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828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645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Chapitre 4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31520" y="22860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Algorithmes de plus court chemin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Dijkstra &amp; BFS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731520" y="3657600"/>
            <a:ext cx="2286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3840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: Analyser le fonctionnement, avec illustrations, de deux algorithmes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plus court chemin réseau, en fournissant un exemple de chacun.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graphes : vocabulaire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92608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Sommet (Node/Vertex)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566160" y="10058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point du graphe (ville, routeur, page web...)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292608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459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Arête (Edge)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66160" y="164592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lien entre deux sommets (route, câble, lien...)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2926080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286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Poids (Weight)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66160" y="22860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Coût/distance associé à une arête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292608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926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Graphe orienté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29260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arêtes ont une direction (A→B ≠ B→A)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2926080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5661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Graphe non orienté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66160" y="356616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arêtes vont dans les deux sens (A↔B)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2926080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206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Chemin (Path)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66160" y="42062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de sommets reliés par des arêtes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Ch.4 : Shortest Path (D1)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Pourquoi le plus court chemin 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05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GPS / Navigation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474720" y="10058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Trouver la route la plus rapide entre deux villes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783080"/>
            <a:ext cx="73152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830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Réseaux informatiques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74720" y="17830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les paquets par le chemin le plus court (OSPF)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560320"/>
            <a:ext cx="73152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5603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Réseaux sociaux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74720" y="25603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Degrés de séparation entre deux personnes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337560"/>
            <a:ext cx="73152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375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Jeux vidéo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474720" y="33375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Pathfinding : déplacer un personnage vers un objectif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4114800"/>
            <a:ext cx="73152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1148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Logistique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474720" y="41148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 les livraisons, minimiser les coûts de transport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Ch.4 : Shortest Path (D1)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Algorithme 1 : BFS (Breadth-First Search)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en largeur — pour graphes NON pondérés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114800" cy="3200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 les voisins niveau par niveau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 une QUEUE (file FIFO)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 le chemin avec le MOINS d'arêtes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: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Enfiler le sommet de départ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Tant que la queue n'est pas vide :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Défiler un sommet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Si c'est la destination → trouvé !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Sinon, enfiler tous ses voisins non visités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84048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28016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Complexité 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Temps  : O(V + E)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Espace : O(V)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nombre de sommets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= nombre d'arêtes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Limitation : tous les poids = 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3200400"/>
            <a:ext cx="3840480" cy="1188720"/>
          </a:xfrm>
          <a:prstGeom prst="rect">
            <a:avLst/>
          </a:prstGeom>
          <a:solidFill>
            <a:srgbClr val="FFF7ED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329184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394960" y="32461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utilise une QUEUE → FIFO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le lien avec la Queue étudiée au Ch.3 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explore en "cercles concentriques"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Ch.4 : Shortest Path (D1)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BFS : exemple pas à pas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Graphe non pondéré : trouver le chemin A → F (en nombre d'arêtes)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1188720"/>
                <a:gridCol w="1828800"/>
                <a:gridCol w="2286000"/>
                <a:gridCol w="2926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Étape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Queue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Visités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Action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Étape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[A]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{A}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Départ de A. Enfiler A.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Étape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[B, C]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{A,B,C}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Défiler A. Voisins B,C enfilés.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Étape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[C, D]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{A,B,C,D}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Défiler B. Voisin D enfilé.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Étape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[D, E]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{A,B,C,D,E}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Défiler C. Voisin E enfilé.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Étape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[E, F]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{A..F}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Défiler D. Voisin F enfilé.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 trouvé !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Chemin: A→B→D→F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= 3 arêtes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Ch.4 : Shortest Path (D1)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Algorithme 2 : Dijkstra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graphes PONDÉRÉS (avec des poids positifs)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114800" cy="3474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(algorithme glouton) 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Distance de départ = 0, tous les autres = ∞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Choisir le sommet non visité avec la plus petite distance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Pour chaque voisin :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si distance_actuelle + poids_arête &lt; distance_voisin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mettre à jour la distance du voisin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Marquer le sommet comme visité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Répéter 2-4 jusqu'à ce que la destination soit visitée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Idée clé : toujours choisir le sommet le plus proche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algorithme GLOUTON (greedy)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84048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28016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Complexité 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Temps  : O(V² )  ou  O((V+E) log V)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(avec priority queue)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Espace : O(V)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Limitation : poids négatifs INTERDITS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3017520"/>
            <a:ext cx="3840480" cy="164592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310896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Différences avec BFS 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: tous les poids = 1 → arête par arête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: poids variables → distance totale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utilise une Queue simple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utilise une Priority Queue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Ch.4 : Shortest Path (D1)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Dijkstra : exemple pas à pas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Graphe : A→B(4), A→C(2), B→D(5), C→B(1), C→E(3), D→F(2), E→D(1), E→F(6)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/>
              <a:tblGrid>
                <a:gridCol w="548640"/>
                <a:gridCol w="914400"/>
                <a:gridCol w="4023360"/>
                <a:gridCol w="274320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#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Visiter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Distances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Action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A(0)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A=0, B=∞, C=∞, D=∞, E=∞, F=∞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Départ : A=0, reste=∞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A=0, B=4, C=2, D=∞, E=∞, F=∞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Visiter A: B=4, C=2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A=0, B=3, C=2, D=∞, E=5, F=∞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Visiter C(2): B=2+1=3!, E=2+3=5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A=0, B=3, C=2, D=8, E=5, F=∞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Visiter B(3): D=3+5=8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A=0, B=3, C=2, D=6, E=5, F=11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Visiter E(5): D=5+1=6!, F=5+6=11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A=0, B=3, C=2, D=6, E=5, F=8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Visiter D(6): F=6+2=8!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Chemin: A→C→E→D→F = 8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trouvé ! Distance = 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572000"/>
            <a:ext cx="82296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Ch.4 : Shortest Path (D1)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BFS vs Dijkstra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2971800"/>
                <a:gridCol w="2971800"/>
              </a:tblGrid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Critère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BFS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Dijkstra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de graphe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pondéré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Pondéré (poids positifs)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 utilisée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(FIFO)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Queue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qu'il minimise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d'arêtes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Somme des poids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Complexité temps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 + 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O(V²) ou O((V+E)log V)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Poids négatifs 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 d'usage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Réseau social (degrés)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GPS, réseaux routiers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Simplicité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simple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complexe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FFF7E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34340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431596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D1 : vous devez analyser les DEUX algorithmes avec un exemple concret pour chacun.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Ch.4 : Shortest Path (D1)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Pseudo-code : BFS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3840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BFS(graphe, depart, destination):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queue = new Queue()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visited = new Set()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parent = new Map()  // pour reconstruire le chemin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queue.enqueue(depart)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visited.add(depart)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TANT QUE queue n'est pas vide: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 = queue.dequeue()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 current == destination: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RETOURNER reconstruire_chemin(parent, destination)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POUR CHAQUE voisin DE current: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SI voisin PAS DANS visited: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visited.add(voisin)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parent[voisin] = current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queue.enqueue(voisin)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Ch.4 : Shortest Path (D1)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Pseudo-code : Dijkstra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3840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DIJKSTRA(graphe, depart):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distance[depart] = 0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POUR CHAQUE autre sommet v: distance[v] = INFINI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visited = new Set()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TANT QUE il reste des sommets non visités: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 = sommet non visité avec distance[u] MINIMUM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visited.add(u)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POUR CHAQUE voisin v DE u: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alt = distance[u] + poids(u, v)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SI alt &lt; distance[v]: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distance[v] = alt  // relaxation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parent[v] = u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RETOURNER distance[], parent[]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Ch.4 : Shortest Path (D1)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de réflexion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005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51560" y="9601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BFS ne fonctionne pas avec des graphes pondérés ?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51560" y="17373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est un algorithme glouton. Que signifie 'glouton' ?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560320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560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51560" y="2514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tous les poids d'un graphe sont 1, BFS et Dijkstra donnent-ils le même résultat ?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337560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3337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51560" y="32918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Dijkstra ne fonctionne pas avec des poids négatifs ?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4114800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4114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51560" y="4069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algorithme utiliserait Google Maps pour trouver le chemin le plus rapide ?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Ch.4 : Shortest Path (D1)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Récapitulatif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96012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graphe = sommets + arêtes (+ poids optionnels)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15544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explore en largeur avec une Queue → chemin minimum en nombre d'arêtes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94560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0120" y="21488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: algorithme glouton avec Priority Queue → distance minimale pondérée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788920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0120" y="27432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: O(V+E) — simple mais limité aux graphes non pondérés</a:t>
            </a:r>
            <a:endParaRPr lang="en-US" sz="14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383280"/>
            <a:ext cx="274320" cy="2743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60120" y="333756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: O(V²) ou O((V+E)log V) — puissant mais pas de poids négatifs</a:t>
            </a:r>
            <a:endParaRPr lang="en-US" sz="14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977640"/>
            <a:ext cx="274320" cy="2743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60120" y="393192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D1 : illustrer les DEUX avec un exemple concret et comparer</a:t>
            </a:r>
            <a:endParaRPr lang="en-US" sz="1400" dirty="0"/>
          </a:p>
        </p:txBody>
      </p:sp>
      <p:sp>
        <p:nvSpPr>
          <p:cNvPr id="16" name="Text 8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Monde 1 — Ch.4 : Shortest Path (D1)</a:t>
            </a:r>
            <a:endParaRPr lang="en-US" sz="900" dirty="0"/>
          </a:p>
        </p:txBody>
      </p:sp>
      <p:sp>
        <p:nvSpPr>
          <p:cNvPr id="17" name="Text 9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NOTES ENSEIGNANT — Ch.4 Shortest Path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de séance (4 périodes) 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(40 min) : Introduction aux graphes + BFS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Dessiner un graphe au tableau. Faire BFS à la main avec les étudiants.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Astuce : utiliser des post-its sur le tableau pour les sommets !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(40 min) : Dijkstra — théorie + exemple pas à pas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Le tableau de distances est CLÉ — le dessiner en grand.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Montrer la "relaxation" : quand on trouve un chemin plus court.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(40 min) : Mini-jeu web + exercice guidé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Le jeu Dijkstra interactif est très visuel — les étudiants adorent.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(40 min) : Exercice complet + comparaison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D1 : l'étudiant doit :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 BFS et Dijkstra avec illustrations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Fournir un exemple concret pour chacun (graphe + trace)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les deux (quand utiliser l'un vs l'autre)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Ch.4 - Shortest Path (D1)</dc:title>
  <dc:subject>PptxGenJS Presentation</dc:subject>
  <dc:creator>Mme MBI</dc:creator>
  <cp:lastModifiedBy>Mme MBI</cp:lastModifiedBy>
  <cp:revision>1</cp:revision>
  <dcterms:created xsi:type="dcterms:W3CDTF">2026-03-22T05:11:13Z</dcterms:created>
  <dcterms:modified xsi:type="dcterms:W3CDTF">2026-03-22T05:11:13Z</dcterms:modified>
</cp:coreProperties>
</file>