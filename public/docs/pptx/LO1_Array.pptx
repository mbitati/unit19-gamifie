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Unit 19 — Data Structures &amp; Algorithms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C3AED"/>
                </a:solidFill>
              </a:rPr>
              <a:t>Array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Structure lineaire a acces direct — LO1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Ecole Schulz — Mme MBI — BTEC HND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</a:rPr>
              <a:t>Qu'est-ce qu'un Array ?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Collection ordonnee d'elements du MEME TYPE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Taille FIXE definie a la creation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Acces direct par INDEX : O(1)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Stockage CONTIGU en memoire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Index commence a 0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Types Java : int[], String[], Object[]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</a:rPr>
              <a:t>Code Java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Declaration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int[] notes = new int[5];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notes[0] = 15;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Avec valeurs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String[] noms = {"Alice", "Bob", "Charlie"};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Parcours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noms.length; i++)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System.out.println(noms[i]);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For-each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(String nom : noms)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System.out.println(nom);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</a:rPr>
              <a:t>Array multidimensionnel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2D : int[][] matrice = new int[3][4];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Acces : matrice[ligne][colonne]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Utile : grilles, images, jeux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Complexite parcours : O(n*m)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</a:rPr>
              <a:t>Array vs ArrayList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Array : taille fixe, types primitifs OK, plus rapide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ArrayList : taille dynamique, objets seulement, add()/remove()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array.length (propriete) vs list.size() (methode)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ArrayList utilise un Array en interne (redimensionne x1.5)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</a:rPr>
              <a:t>Complexite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Acces index : O(1)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Recherche valeur : O(n)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Insertion milieu : O(n)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Suppression : O(n)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Parcours : O(n)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2026-04-20T08:18:38Z</dcterms:created>
  <dcterms:modified xsi:type="dcterms:W3CDTF">2026-04-20T08:18:38Z</dcterms:modified>
</cp:coreProperties>
</file>