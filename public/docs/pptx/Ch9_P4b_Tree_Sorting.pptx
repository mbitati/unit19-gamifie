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19 : Data Structures &amp; Algorithms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Chapitre 9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Arbres binaires et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Algorithmes de tri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2286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P4b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Arbre binaire : vocabulaire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RACINE (root) : le noeud au sommet de l'arbre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NOEUD : contient une donnée + référence vers enfant gauche et droit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(leaf) : noeud sans enfants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(Binary Search Tree) : gauche &lt; racine &lt; droite → recherche O(log n)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PROFONDEUR : nombre d'arêtes de la racine au noeud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parcours : Inorder (G-R-D = trié), Preorder (R-G-D = copie), Postorder (G-D-R = suppression)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BST en Java : structure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3840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TreeNode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value;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TreeNode left, right;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TreeNode(int value)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this.value = value;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BST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TreeNode root;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Insertion : O(log n) en moyenne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insert(int val)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root = insertRec(root, val);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TreeNode insertRec(TreeNode node, int val)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(node == null) return new TreeNode(val);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(val &lt; node.value)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node.left = insertRec(node.left, val);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if (val &gt; node.value)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node.right = insertRec(node.right, val);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node;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Parcours inorder : donne les éléments triés 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inorder(TreeNode node)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(node == null) return;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inorder(node.left);        // Gauche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System.out.print(node.value + " "); // Racine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inorder(node.right);       // Droite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 par insertion (Insertion Sort)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3840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Principe : insérer chaque élément à sa place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dans la partie déjà triée du tableau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insertionSort(int[] arr)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1; i &lt; arr.length; i++)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key = arr[i];  // élément à insérer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j = i - 1;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Décaler les éléments plus grands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(j &gt;= 0 &amp;&amp; arr[j] &gt; key)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arr[j + 1] = arr[j];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j--;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arr[j + 1] = key;  // insérer à la bonne place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Complexité 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Meilleur cas : O(n) — déjà trié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Pire cas     : O(n²) — trié à l'envers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Stable       : OUI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Mémoire      : O(1) — tri en place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Bon pour     : petits tableaux ou presque triés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NOTES ENSEIGNANT — Ch.9 P4b Tree+Sorting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de séance 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: Arbres binaires — vocabulaire, BST, dessiner au tableau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: Les 3 parcours (inorder, preorder, postorder) — tracer à la main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: Insertion Sort + mini-jeu (tri pas à pas visuel)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: Exercice Java — BST + tri sur un contexte concret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P4 — l'étudiant doit :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Implémenter un arbre binaire avec insertion et parcours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Implémenter au moins un algorithme de tri en Java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les parcours d'arbre avec un exemple concret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code doit résoudre un problème (trier des produits, organiser des données)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Ch.9 - Tree + Sorting (P4b)</dc:title>
  <dc:subject>PptxGenJS Presentation</dc:subject>
  <dc:creator>PptxGenJS</dc:creator>
  <cp:lastModifiedBy>PptxGenJS</cp:lastModifiedBy>
  <cp:revision>1</cp:revision>
  <dcterms:created xsi:type="dcterms:W3CDTF">2026-03-22T05:14:52Z</dcterms:created>
  <dcterms:modified xsi:type="dcterms:W3CDTF">2026-03-22T05:14:52Z</dcterms:modified>
</cp:coreProperties>
</file>