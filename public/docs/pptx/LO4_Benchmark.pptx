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</a:rPr>
              <a:t>Benchmark &amp; Mesure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Runtime, memoire, performance — LO4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Mesurer l'efficacite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Temps d'execution : System.nanoTime()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Memoire : Runtime.getRuntime().totalMemory()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Benchmark = mesure empirique (pas theorique)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Dependances : compilateur, OS, hardware, JVM warmup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Toujours tester avec des tailles croissantes (n=100, 1000, 10000)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Code Java : benchmark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start = System.nanoTime();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Code a mesurer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n; i++)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list.add(i);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end = System.nanoTime();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ms = (end - start) / 1_000_000;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System.out.println("Temps: " + ms + " ms");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Memoire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rt = Runtime.getRuntime();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used = rt.totalMemory() - rt.freeMemory();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System.out.println("Memoire: " + used/1024 + " KB");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Trade-offs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Temps vs Memoire : HashMap rapide mais gourmand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Simplicite vs Performance : ArrayList simple, TreeMap trie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Flexibilite vs Vitesse : interface vs implementation directe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Garbage collection : impact sur la performance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Parallelisme : multithread peut accelerer OU ralentir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2026-04-20T08:19:58Z</dcterms:created>
  <dcterms:modified xsi:type="dcterms:W3CDTF">2026-04-20T08:19:58Z</dcterms:modified>
</cp:coreProperties>
</file>