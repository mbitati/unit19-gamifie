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un ADT Queue en notation impérative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la DESCRIPTION de la Queue (1 phrase)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 les OPERATIONS avec signatures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opération, écrire PRE et POST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INVARIANTS (au moins 2)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écrire 2 AXIOMES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vérifier qu'une spec est complète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différence entre invariant et postcondition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implémenter un Stack avec une Queue ? Comment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axiomes sont-ils importants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spec aide-t-elle à écrire les tests JUnit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impérative : OPERATION + PRE + POST + INVARIANT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axiomes définissent le comportement exact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spec est le CONTRAT entre concepteur et utilisateur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Java : la spec → interface, l'implémentation → classe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→ validation en début de méthode, POST → vérifiable par test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Ch.5 -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