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Unit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</a:rPr>
              <a:t>Algorithmes de Graphes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BFS, DFS, Dijkstra — LO3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Ecole Schulz — Mme MBI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Representations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Matrice d'adjacence : tableau 2D (O(V^2) memoire)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Liste d'adjacence : tableau de listes (O(V+E) memoire)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Graphe oriente / non oriente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Graphe pondere / non pondere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BFS (Breadth-First Search)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bfs(Graph g, int start)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Queue&lt;Integer&gt; queue = new LinkedList&lt;&gt;();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Set&lt;Integer&gt; visited = new HashSet&lt;&gt;();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queue.offer(start);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visited.add(start);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(!queue.isEmpty())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node = queue.poll();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System.out.print(node + " 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neighbor : g.adj(node))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(!visited.contains(neighbor))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visited.add(neighbor);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queue.offer(neighbor);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O(V + E), utilise une QUEUE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DFS (Depth-First Search)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dfs(Graph g, int node, Set&lt;Integer&gt; visited)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visited.add(node);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System.out.print(node + " 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neighbor : g.adj(node))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(!visited.contains(neighbor))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dfs(g, neighbor, visited);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O(V + E), utilise la RECURSION (pile d'appels)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2026-04-20T08:19:58Z</dcterms:created>
  <dcterms:modified xsi:type="dcterms:W3CDTF">2026-04-20T08:19:58Z</dcterms:modified>
</cp:coreProperties>
</file>