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</a:rPr>
              <a:t>SDL &amp; VDM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Langages de specification non executables — LO2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SDL (Specification &amp; Description Language)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Langage graphique pour decrire les systemes reactifs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Diagrammes d'etat-transition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Utilise dans les telecoms (ITU-T)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Processus, signaux, etats, transitions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Permet de modeliser le comportement avant de coder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VDM (Vienna Development Method)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Methode formelle de specification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Types : ensembles, sequences, maps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Operations avec pre/post conditions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Invariants de donnees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Raffinement : specification → implementation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Proof obligations : prouver la coherence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