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Stack (Pile)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LIFO — Last In, First Out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LIFO : Last In, First Out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Le DERNIER ajoute = le PREMIER retire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Analogie : pile d'assiettes, Ctrl+Z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Operations : push(), pop(), peek()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Toutes en O(1)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Code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Stack&lt;Integer&gt; pile = new Stack&lt;&gt;();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pile.push(10);  // [10]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pile.push(20);  // [10, 20]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pile.push(30);  // [10, 20, 30]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top = pile.peek();  //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out = pile.pop();   //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pile = [10, 20]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ATTENTION: pop() sur pile vide = Exception!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Call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JVM utilise un Stack pour les appels de methodes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Chaque appel = un frame empile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return = frame depile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StackOverflowError = recursion infinie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Cas d'utilisation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Evaluation d'expressions postfixees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Parentheses equilibrees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Backtracking (labyrinthe)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Undo/Redo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Navigation arriere (navigateur)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