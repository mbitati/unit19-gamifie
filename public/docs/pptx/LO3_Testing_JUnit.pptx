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</a:rPr>
              <a:t>Testing &amp; JUnit 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Tests unitaires, debugging — LO3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Pourquoi tester 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Verifier que le code fait ce qu'il doit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Detecter les bugs TOT (moins cher a corriger)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Documenter le comportement attendu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Faciliter le refactoring en securite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Types : unitaire, integration, systeme, acceptance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JUnit 5 en Java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org.junit.jupiter.api.*;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static org.junit.jupiter.api.Assertions.*;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StackTest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Stack&lt;Integer&gt; stack;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@BeforeEach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setup() { stack = new Stack&lt;&gt;();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testPush()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stack.push(42);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assertEquals(1, stack.size());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testPopEmpty()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assertThrows(EmptyStackException.class,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() -&gt; stack.pop());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Exceptions en Java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throw = LANCE une exception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throws = DECLARE qu'une methode peut lancer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retirer(int montant) throws SoldeInsuffisant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(montant &gt; solde)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SoldeInsuffisant("Solde: " + solde);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solde -= montant;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try/catch/finally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compte.retirer(1000);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(SoldeInsuffisant 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System.out.println(e.getMessage());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finally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System.out.println("Toujours execute");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2026-04-20T08:19:58Z</dcterms:created>
  <dcterms:modified xsi:type="dcterms:W3CDTF">2026-04-20T08:19:58Z</dcterms:modified>
</cp:coreProperties>
</file>