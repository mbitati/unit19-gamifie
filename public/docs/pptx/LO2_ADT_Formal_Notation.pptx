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</a:rPr>
              <a:t>ADT &amp; Notation Formelle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ASN.1, specification formelle — LO2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Specification des ADT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ADT = Abstract Data Type : QUOI sans COMMENT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Definit les operations, pas l'implementation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Notation formelle : description mathematique precise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ASN.1 : Abstract Syntax Notation One (standard ISO)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Permet de verifier la coherence avant de coder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Exemple : Stack en notation formelle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ADT Stack&lt;T&gt;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Preconditions: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push(e):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pop(): not empty()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peek(): not empty()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Postconditions: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push(e): size' = size + 1, top' =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pop(): size' = size - 1, returns old 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peek(): size unchanged, returns 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 conditions: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pop() on empty: EmptyStackException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peek() on empty: EmptyStackException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2026-04-20T08:19:58Z</dcterms:created>
  <dcterms:modified xsi:type="dcterms:W3CDTF">2026-04-20T08:19:58Z</dcterms:modified>
</cp:coreProperties>
</file>