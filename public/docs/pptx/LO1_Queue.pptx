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 — Data Structures &amp;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Queue (File)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FIFO — First In, First Out — LO1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 — BTEC HND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FIFO : First In, First Out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Le PREMIER ajoute = le PREMIER retire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Analogie : file d'attente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Operations : offer(), poll(), peek()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Implementations : LinkedList, ArrayDeque, PriorityQueue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Code Java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Queue&lt;String&gt; file = new LinkedList&lt;&gt;();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file.offer("Alice");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file.offer("Bob");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file.offer("Charlie");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premier = file.peek();  // Alice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sorti = file.poll();    // Alice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 = [Bob, Charlie]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PriorityQueue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Queue&lt;Integer&gt; pq = new PriorityQueue&lt;&gt;();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pq.offer(30); pq.offer(10); pq.offer(20);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pq.poll(); // 10 (plus petit)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Stack vs Queue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Stack LIFO : push/pop — dernier entre, premier sorti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Queue FIFO : offer/poll — premier entre, premier sorti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Stack : Call stack, Undo, DFS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Queue : BFS, impression, buffers, scheduling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2026-04-20T08:18:38Z</dcterms:created>
  <dcterms:modified xsi:type="dcterms:W3CDTF">2026-04-20T08:18:38Z</dcterms:modified>
</cp:coreProperties>
</file>