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Unit 19 — Data Structures &amp; Algorithms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</a:rPr>
              <a:t>Tree (Arbre)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Structure hierarchique — LO1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Ecole Schulz — Mme MBI — BTEC HND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Qu'est-ce qu'un Tree 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Racine + sous-arbres (enfants)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Binary Tree : max 2 enfants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BST : gauche &lt; racine &lt; droite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Hauteur equilibre : h = log2(n)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Parcours : Inordre, Preordre, Postordre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BST en Java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TreeNode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value;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TreeNode left, right;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TreeNode(int val) { value = val;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TreeNode insert(TreeNode root, int val)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(root == null) return new TreeNode(val);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(val &lt; root.value)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root.left = insert(root.left, val);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root.right = insert(root.right, val);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root;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Types d'arbres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BST : recherche O(log 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AVL : BST auto-equilibre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Heap : min/max en O(1)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Trie : prefixes (autocompletion)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B-Tree : bases de donnees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Parcours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Inordre (G-R-D) : donne les elements TRIES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Preordre (R-G-D) : copie de l'arbre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Postordre (G-D-R) : suppression de l'arbre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BFS (niveau par niveau) : utilise une Queue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2026-04-20T08:18:38Z</dcterms:created>
  <dcterms:modified xsi:type="dcterms:W3CDTF">2026-04-20T08:18:38Z</dcterms:modified>
</cp:coreProperties>
</file>