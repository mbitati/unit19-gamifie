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19 : Data Structures &amp; Algorithms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Chapitre 5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Spécifier un Stack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notation impérative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2286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Qu'est-ce qu'une notation impérative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façon STRUCTURÉE de décrire un ADT avec des mots-clés : OPERATION, PRE, POST, INVARIANT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du code Java — c'est du pseudo-code formel, indépendant du langage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opération est décrite par sa signature, ses préconditions et postconditions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invariants décrivent les propriétés toujours vraies de la structure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CONTRAT entre le concepteur et l'utilisateur de l'ADT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: on peut vérifier la correction AVANT de coder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Notation impérative :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840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ADT Stack&lt;E&gt;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Collection LIFO (Last In, First Out).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 dernier élément ajouté est le premier retiré.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OPERATION push(e: E) -&gt; void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PRE:  aucune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POST: e est au sommet, size() = old_size + 1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OPERATION pop() -&gt; 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PRE:  isEmpty() == false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POST: retourne et retire le sommet, size() = old_size - 1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OPERATION peek() -&gt; 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PRE:  isEmpty() == false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POST: retourne le sommet SANS le retirer, size() inchangé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OPERATION isEmpty() -&gt; boolean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PRE:  aucune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POST: retourne true si size() == 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OPERATION size() -&gt; 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PRE:  aucune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POST: retourne le nombre d'éléments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INVARIANTS: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size() &gt;=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pop(push(S, e)) == &lt;e, S&gt;  (push puis pop = identité)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peek() après push(e) retourne 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axiomes d'un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AXIOME 1 : new Stack().isEmpty() == true (un stack neuf est vide)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AXIOME 2 : push(S, e).isEmpty() == false (après push, jamais vide)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AXIOME 3 : push(S, e).peek() == e (peek retourne le dernier pushé)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AXIOME 4 : push(S, e).pop() == S (pop après push = état original)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AXIOME 5 : push(S, e).size() == S.size() + 1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axiomes DÉFINISSENT le comportement exact du Stack sans implémentation !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la notation impérative au code Java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 Stack&lt;E&gt; → interface Stack&lt;E&gt; { ... } en Java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push(e: E) → void push(E e);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PRE: isEmpty() == false → if (isEmpty()) throw new EmptyStackException();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POST: size = old_size + 1 → vérifiable par un test JUnit : assertEquals(oldSize+1, stack.size())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INVARIANT: size &gt;= 0 → le constructeur initialise size = 0, pop décrémente seulement si &gt; 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notation formelle est le PLAN, le code Java est la CONSTRUCTION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NOTES ENSEIGNANT — Ch.5 P3 Notation formelle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de séance 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: Rappel ADT (Ch.1) + introduction notation impérative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: Écrire la spec complète d'un Stack ensemble au tableau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: Mini-jeu web (constructeur de spec) + axiomes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: Exercice : spécifier un ADT Queue en notation impérative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P3 — l'étudiant doit 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Spécifier un Stack complet en notation impérative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Inclure : description, opérations avec signatures, PRE, POST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les invariants et au moins 3 axiomes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le lien entre chaque élément de la spec et son implémentation Java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Ch.5 - Notation formelle Stack (P3)</dc:title>
  <dc:subject>PptxGenJS Presentation</dc:subject>
  <dc:creator>PptxGenJS</dc:creator>
  <cp:lastModifiedBy>PptxGenJS</cp:lastModifiedBy>
  <cp:revision>1</cp:revision>
  <dcterms:created xsi:type="dcterms:W3CDTF">2026-03-22T05:14:52Z</dcterms:created>
  <dcterms:modified xsi:type="dcterms:W3CDTF">2026-03-22T05:14:52Z</dcterms:modified>
</cp:coreProperties>
</file>