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Pre/Post/Error Conditions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Contrats de programmation — LO2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Conditions de creation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Preconditions : conditions AVANT l'execution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Postconditions : garanties APRES l'execution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Error conditions : que faire si precondition violee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Design by Contract (Bertrand Meyer)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Documente le comportement attendu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Exemple complet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Precondition: index &gt;= 0 &amp;&amp; index &lt; size()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Postcondition: element at index is returned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             size unchanged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Error: IndexOutOfBoundsException if violated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 get(int index)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(index &lt; 0 || index &gt;= size)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IndexOutOfBoundsException(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"Index: " + index + ", Size: " + size);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elements[index];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