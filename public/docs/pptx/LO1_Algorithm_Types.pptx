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 — Data Structures &amp; Algorithms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Types d'Algorithmes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Recursive, Backtracking, Divide &amp; Conquer, Greedy — LO1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 — BTEC HND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Familles d'algorithmes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Recursive : s'appelle lui-meme (base case + recursive case)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Backtracking : essayer puis revenir en arriere si echec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Divide &amp; Conquer : diviser → resoudre → combiner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Dynamic Programming : memoriser les sous-resultats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Greedy : choisir le meilleur a chaque etape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Brute Force : essayer toutes les possibilites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Branch &amp; Bound : eliminer les branches non prometteuses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Recursion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Factorielle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factorial(int n)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&lt;= 1) return 1; // base case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factorial(n - 1); // recursive case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Fibonacci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fib(int n)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&lt;= 1) return 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fib(n-1) + fib(n-2);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ATTENTION: fib naif = O(2^n) 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Divide &amp; Conquer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Diviser le probleme en sous-problemes plus petits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Resoudre chaque sous-probleme (recursivement)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Combiner les resultats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Exemples : Merge Sort, Quick Sort, Binary Search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Complexite typique : O(n log n)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Greedy vs Dynamic Programming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Greedy : choix optimal LOCAL a chaque etape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Pas toujours optimal GLOBALEMENT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DP : memorise les sous-solutions (memoization)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DP toujours optimal mais plus lent/memoire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Greedy : Dijkstra, Huffman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DP : Fibonacci, sac a dos, plus court chemin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2026-04-20T08:18:38Z</dcterms:created>
  <dcterms:modified xsi:type="dcterms:W3CDTF">2026-04-20T08:18:38Z</dcterms:modified>
</cp:coreProperties>
</file>