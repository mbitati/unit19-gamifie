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</a:rPr>
              <a:t>Encapsulation &amp; Interfaces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Information hiding, couplage faible — LO2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Encapsulation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Attributs PRIVATE + getters/setters PUBLIC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Protege les donnees internes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Controle l'acces (validation dans les setters)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Reduit le couplage entre les classes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Principe : cacher le COMMENT, exposer le QUOI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Information Hiding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Cacher les details d'implementation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Le client utilise l'INTERFACE, pas l'implementation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Permet de changer l'implementation sans casser le client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Exemple : List&lt;E&gt; peut etre ArrayList OU LinkedList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4 niveaux : public &gt; protected &gt; package &gt; private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Interfaces en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Stockable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ajouter(Object item);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 retirer();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taille();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MaListe implements Stockable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ajouter(Object item)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Object retirer()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taille()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 via l'interface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Stockable s = new MaListe();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s.ajouter("test");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