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</a:rPr>
              <a:t>Big O Notation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Analyse asymptotique — LO4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Qu'est-ce que Big O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Mesure la CROISSANCE du temps d'execution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Ignore les constantes et les termes inferieurs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O(1) &lt; O(log n) &lt; O(n) &lt; O(n log n) &lt; O(n^2) &lt; O(2^n)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Pire cas (worst case) par defaut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n = taille de l'entree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Les complexites courantes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O(1) Constant : acces tableau, HashMap.get()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O(log n) Logarithmique : binary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O(n) Lineaire : parcours de liste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O(n log n) Linearithmique : merge sort, quick sort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O(n^2) Quadratique : double boucle, bubble sort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O(2^n) Exponentiel : fibonacci naif, backtracking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Comment determiner Big 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O(1) — pas de boucle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arr[5];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O(n) — une boucle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 ...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O(n^2) — boucles imbriquees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n; j++) { ...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O(log n) — divise par 2 a chaque etape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(n &gt; 1) { n = n / 2;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 log n) — boucle * 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merge sort, quick sort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Regles de calcul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Regle 1 : ignorer les constantes (3n → O(n))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Regle 2 : garder le terme dominant (n^2 + n → O(n^2))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Regle 3 : boucles sequentielles s'additionnent (O(n) + O(m))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Regle 4 : boucles imbriquees se multiplient (O(n) * O(m))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Regle 5 : appels recursifs → arbre de recursion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