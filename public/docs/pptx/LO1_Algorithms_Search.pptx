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19 — Data Structures &amp; Algorithms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891B2"/>
                </a:solidFill>
              </a:rPr>
              <a:t>Algorithmes de Recherche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Search: Linear, Binary, BST, Hashing — LO1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Ecole Schulz — Mme MBI — BTEC HND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Types de recherche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Linear Search : O(n) — parcours sequentiel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Binary Search : O(log n) — tableau TRIE requis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BST Search : O(log n) moyen — arbre binaire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Hash Search : O(1) amorti — table de hachage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</a:rPr>
              <a:t>DFS/BFS : recherche dans les graphes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Linear vs Binary Search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Linear : O(n)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linearSearch(int[] arr, int target)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arr.length; i++)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(arr[i] == target) return i;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Binary : O(log n) — REQUIRES sorted array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binarySearch(int[] arr, int target)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lo = 0, hi = arr.length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(lo &lt;= hi)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mid = (lo + hi) / 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(arr[mid] == target) return mid;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(arr[mid] &lt; target) lo = mid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hi = mid - 1;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-1;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2E0C4"/>
                </a:solidFill>
              </a:rPr>
              <a:t>Recherche dans un BST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TreeNode search(TreeNode root, int val)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(root == null) return null;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(val == root.value) return root;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(val &lt; root.value)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search(root.left, val);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search(root.right, val);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O(log n) si equilibre, O(n) pire cas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2026-04-20T08:18:38Z</dcterms:created>
  <dcterms:modified xsi:type="dcterms:W3CDTF">2026-04-20T08:18:38Z</dcterms:modified>
</cp:coreProperties>
</file>