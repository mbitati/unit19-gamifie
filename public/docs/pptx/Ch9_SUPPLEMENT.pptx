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Exercice guidé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Implémenter un BST + Insertion Sort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24688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la classe TreeNode (value, left, right)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29718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Implémenter insert() récursif dans le BST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34747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Implémenter les 3 parcours (inorder, preorder, postorder)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39776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Implémenter Insertion Sort sur un tableau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44805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 : BST inorder vs Insertion Sort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993C1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 de réflexion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320040" cy="320040"/>
          </a:xfrm>
          <a:prstGeom prst="ellipse">
            <a:avLst/>
          </a:prstGeom>
          <a:solidFill>
            <a:srgbClr val="993C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9601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inorder sur un BST donne les éléments triés 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320040" cy="320040"/>
          </a:xfrm>
          <a:prstGeom prst="ellipse">
            <a:avLst/>
          </a:prstGeom>
          <a:solidFill>
            <a:srgbClr val="993C1D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37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6916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se passe-t-il si on insère des éléments déjà triés dans un BST 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320040" cy="320040"/>
          </a:xfrm>
          <a:prstGeom prst="ellipse">
            <a:avLst/>
          </a:prstGeom>
          <a:solidFill>
            <a:srgbClr val="993C1D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68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4231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Sort est O(n) au meilleur cas. Quand est-ce le cas 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320040" cy="320040"/>
          </a:xfrm>
          <a:prstGeom prst="ellipse">
            <a:avLst/>
          </a:prstGeom>
          <a:solidFill>
            <a:srgbClr val="993C1D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200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31546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Peut-on utiliser un BST pour implémenter un Set 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320040" cy="320040"/>
          </a:xfrm>
          <a:prstGeom prst="ellipse">
            <a:avLst/>
          </a:prstGeom>
          <a:solidFill>
            <a:srgbClr val="993C1D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931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8862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la profondeur maximale d'un BST de n éléments 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993C1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Récapitulatif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05840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9601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 : gauche &lt; racine &lt; droite → recherche O(log n) moyen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256032" cy="2560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15087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parcours : Inorder (trié), Preorder (copie), Postorder (suppression)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03120"/>
            <a:ext cx="256032" cy="25603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14400" y="20574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Sort : O(n²) moyen, O(n) si presque trié, stable, en place</a:t>
            </a:r>
            <a:endParaRPr lang="en-US" sz="13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651760"/>
            <a:ext cx="256032" cy="25603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14400" y="26060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 dégénéré (trié) → O(n) recherche = comme une LinkedList</a:t>
            </a:r>
            <a:endParaRPr lang="en-US" sz="13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200400"/>
            <a:ext cx="256032" cy="25603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14400" y="31546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 arbres équilibrés (AVL, Red-Black) → O(log n) garanti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993C1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Exemple : BST recherche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3840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1440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Recherche dans un BST : O(log n) moyen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boolean search(TreeNode node, int target)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(node == null) return false;    // pas trouvé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(target == node.value) return true; // trouvé 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(target &lt; node.value)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search(node.left, target);  // chercher à gauche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search(node.right, target); // chercher à droite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Pire cas (arbre dégénéré) : O(n)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Solution : arbres équilibrés (AVL, Red-Black)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Supprimer un noeud : 3 cas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Feuille → supprimer directement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Un enfant → remplacer par l'enfant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Deux enfants → remplacer par le successeur inorder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Ch.9 - Slides supplémentaires</dc:title>
  <dc:subject>PptxGenJS Presentation</dc:subject>
  <dc:creator>PptxGenJS</dc:creator>
  <cp:lastModifiedBy>PptxGenJS</cp:lastModifiedBy>
  <cp:revision>1</cp:revision>
  <dcterms:created xsi:type="dcterms:W3CDTF">2026-03-22T07:45:15Z</dcterms:created>
  <dcterms:modified xsi:type="dcterms:W3CDTF">2026-03-22T07:45:15Z</dcterms:modified>
</cp:coreProperties>
</file>