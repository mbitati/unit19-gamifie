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12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asymptotique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 O, Omega, Theta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3 notations asymptotiques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(Big O) : borne SUPÉRIEURE — au PIRE, l'algorithme ne sera pas plus lent que ça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(Omega) : borne INFÉRIEURE — au MIEUX, l'algorithme ne sera pas plus rapide que ça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(Theta) : borne SERRÉE — l'algorithme est EXACTEMENT dans cet ordre de grandeur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Bubble Sort : O(n²) pire cas, Ω(n) meilleur cas (déjà trié), pas de Θ unique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Merge Sort : Θ(n log n) — toujours n log n, peu importe l'entrée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pratique, on utilise surtout O (Big O) pour évaluer le pire cas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6 complexités courantes (du plus rapide au plus lent)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Constant : accès tableau par index, HashMap.get(). Indépendant de 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Logarithmique : recherche binaire. Diviser par 2 à chaque étape.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Linéaire : parcourir une liste, recherche séquentielle. Proportionnel à 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Linéarithmique : Merge Sort, Quick Sort. Le meilleur pour trier.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Quadratique : Bubble Sort, deux boucles imbriquées. Lent pour grands 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— Exponentiel : sous-ensembles, force brute. INUTILISABLE pour n &gt; 30.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déterminer la complexité d'un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1 : Pas de boucle → O(1)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2 : Une boucle simple de 0 à n → O(n)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3 : Deux boucles imbriquées → O(n²)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4 : Division par 2 à chaque itération (i *= 2) → O(log 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5 : Ignorer les constantes (O(2n) = O(n), O(n² + n) = O(n²))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6 : Garder le terme dominant (O(n³ + n² + n) = O(n³))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Ch.12 P6 Analyse asymptotique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O, Omega, Theta — définitions et exemples visuels (courbes)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Les 6 complexités avec exemples de code pour chacune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Mini-jeu (identifier la complexité) + exercices au tableau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: analyser 10 extraits de code et donner leur Big 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P6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Discuter les 3 notations : O, Omega, Theta avec exemples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comment évaluer la complexité d'un algorithme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des exemples concrets pour chaque classe de complexité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l'impact pratique : n=10 vs n=10000 vs n=1000000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Ch.12 - Analyse asymptotique (P6)</dc:title>
  <dc:subject>PptxGenJS Presentation</dc:subject>
  <dc:creator>PptxGenJS</dc:creator>
  <cp:lastModifiedBy>PptxGenJS</cp:lastModifiedBy>
  <cp:revision>1</cp:revision>
  <dcterms:created xsi:type="dcterms:W3CDTF">2026-03-22T05:14:52Z</dcterms:created>
  <dcterms:modified xsi:type="dcterms:W3CDTF">2026-03-22T05:14:52Z</dcterms:modified>
</cp:coreProperties>
</file>